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39"/>
  </p:notesMasterIdLst>
  <p:sldIdLst>
    <p:sldId id="256" r:id="rId2"/>
    <p:sldId id="257" r:id="rId3"/>
    <p:sldId id="258" r:id="rId4"/>
    <p:sldId id="263" r:id="rId5"/>
    <p:sldId id="264" r:id="rId6"/>
    <p:sldId id="265" r:id="rId7"/>
    <p:sldId id="266" r:id="rId8"/>
    <p:sldId id="259" r:id="rId9"/>
    <p:sldId id="260" r:id="rId10"/>
    <p:sldId id="261" r:id="rId11"/>
    <p:sldId id="262" r:id="rId12"/>
    <p:sldId id="267" r:id="rId13"/>
    <p:sldId id="270" r:id="rId14"/>
    <p:sldId id="271" r:id="rId15"/>
    <p:sldId id="272" r:id="rId16"/>
    <p:sldId id="273" r:id="rId17"/>
    <p:sldId id="274" r:id="rId18"/>
    <p:sldId id="275" r:id="rId19"/>
    <p:sldId id="276" r:id="rId20"/>
    <p:sldId id="277" r:id="rId21"/>
    <p:sldId id="278" r:id="rId22"/>
    <p:sldId id="279" r:id="rId23"/>
    <p:sldId id="280" r:id="rId24"/>
    <p:sldId id="282" r:id="rId25"/>
    <p:sldId id="284" r:id="rId26"/>
    <p:sldId id="285" r:id="rId27"/>
    <p:sldId id="281" r:id="rId28"/>
    <p:sldId id="287" r:id="rId29"/>
    <p:sldId id="288" r:id="rId30"/>
    <p:sldId id="289" r:id="rId31"/>
    <p:sldId id="290" r:id="rId32"/>
    <p:sldId id="291" r:id="rId33"/>
    <p:sldId id="286" r:id="rId34"/>
    <p:sldId id="292" r:id="rId35"/>
    <p:sldId id="293" r:id="rId36"/>
    <p:sldId id="268" r:id="rId37"/>
    <p:sldId id="269"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p:cViewPr varScale="1">
        <p:scale>
          <a:sx n="78" d="100"/>
          <a:sy n="78" d="100"/>
        </p:scale>
        <p:origin x="869"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9559F8-FB94-457C-9847-332A2E180D48}" type="datetimeFigureOut">
              <a:rPr lang="en-IN" smtClean="0"/>
              <a:t>20-02-2026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CF1467-3145-42DD-9263-B901A8F3FF58}" type="slidenum">
              <a:rPr lang="en-IN" smtClean="0"/>
              <a:t>‹#›</a:t>
            </a:fld>
            <a:endParaRPr lang="en-IN"/>
          </a:p>
        </p:txBody>
      </p:sp>
    </p:spTree>
    <p:extLst>
      <p:ext uri="{BB962C8B-B14F-4D97-AF65-F5344CB8AC3E}">
        <p14:creationId xmlns:p14="http://schemas.microsoft.com/office/powerpoint/2010/main" val="6724975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C447BFB-D4EF-467D-A350-11652E10F9CF}" type="datetime1">
              <a:rPr lang="en-IN" smtClean="0"/>
              <a:t>20-02-2026</a:t>
            </a:fld>
            <a:endParaRPr lang="en-IN"/>
          </a:p>
        </p:txBody>
      </p:sp>
      <p:sp>
        <p:nvSpPr>
          <p:cNvPr id="5" name="Footer Placeholder 4"/>
          <p:cNvSpPr>
            <a:spLocks noGrp="1"/>
          </p:cNvSpPr>
          <p:nvPr>
            <p:ph type="ftr" sz="quarter" idx="11"/>
          </p:nvPr>
        </p:nvSpPr>
        <p:spPr/>
        <p:txBody>
          <a:bodyPr/>
          <a:lstStyle/>
          <a:p>
            <a:r>
              <a:rPr lang="en-IN"/>
              <a:t>DHIRUBHAI AMBANI UNIVERSITY</a:t>
            </a:r>
          </a:p>
        </p:txBody>
      </p:sp>
      <p:sp>
        <p:nvSpPr>
          <p:cNvPr id="6" name="Slide Number Placeholder 5"/>
          <p:cNvSpPr>
            <a:spLocks noGrp="1"/>
          </p:cNvSpPr>
          <p:nvPr>
            <p:ph type="sldNum" sz="quarter" idx="12"/>
          </p:nvPr>
        </p:nvSpPr>
        <p:spPr/>
        <p:txBody>
          <a:bodyPr/>
          <a:lstStyle/>
          <a:p>
            <a:fld id="{B035404B-7E99-4F63-A61D-6FB719BCDCFF}" type="slidenum">
              <a:rPr lang="en-IN" smtClean="0"/>
              <a:t>‹#›</a:t>
            </a:fld>
            <a:endParaRPr lang="en-IN"/>
          </a:p>
        </p:txBody>
      </p:sp>
    </p:spTree>
    <p:extLst>
      <p:ext uri="{BB962C8B-B14F-4D97-AF65-F5344CB8AC3E}">
        <p14:creationId xmlns:p14="http://schemas.microsoft.com/office/powerpoint/2010/main" val="2722250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E0962B68-F517-4244-ACB0-A2B888B45522}" type="datetime1">
              <a:rPr lang="en-IN" smtClean="0"/>
              <a:t>20-02-2026</a:t>
            </a:fld>
            <a:endParaRPr lang="en-IN"/>
          </a:p>
        </p:txBody>
      </p:sp>
      <p:sp>
        <p:nvSpPr>
          <p:cNvPr id="5" name="Footer Placeholder 4"/>
          <p:cNvSpPr>
            <a:spLocks noGrp="1"/>
          </p:cNvSpPr>
          <p:nvPr>
            <p:ph type="ftr" sz="quarter" idx="11"/>
          </p:nvPr>
        </p:nvSpPr>
        <p:spPr/>
        <p:txBody>
          <a:bodyPr/>
          <a:lstStyle/>
          <a:p>
            <a:r>
              <a:rPr lang="en-IN"/>
              <a:t>DHIRUBHAI AMBANI UNIVERSITY</a:t>
            </a:r>
          </a:p>
        </p:txBody>
      </p:sp>
      <p:sp>
        <p:nvSpPr>
          <p:cNvPr id="6" name="Slide Number Placeholder 5"/>
          <p:cNvSpPr>
            <a:spLocks noGrp="1"/>
          </p:cNvSpPr>
          <p:nvPr>
            <p:ph type="sldNum" sz="quarter" idx="12"/>
          </p:nvPr>
        </p:nvSpPr>
        <p:spPr/>
        <p:txBody>
          <a:bodyPr/>
          <a:lstStyle/>
          <a:p>
            <a:fld id="{B035404B-7E99-4F63-A61D-6FB719BCDCFF}" type="slidenum">
              <a:rPr lang="en-IN" smtClean="0"/>
              <a:t>‹#›</a:t>
            </a:fld>
            <a:endParaRPr lang="en-IN"/>
          </a:p>
        </p:txBody>
      </p:sp>
    </p:spTree>
    <p:extLst>
      <p:ext uri="{BB962C8B-B14F-4D97-AF65-F5344CB8AC3E}">
        <p14:creationId xmlns:p14="http://schemas.microsoft.com/office/powerpoint/2010/main" val="28221317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BBE8D1-9E3A-4C6E-ADD0-5246DBE4977E}" type="datetime1">
              <a:rPr lang="en-IN" smtClean="0"/>
              <a:t>20-02-2026</a:t>
            </a:fld>
            <a:endParaRPr lang="en-IN"/>
          </a:p>
        </p:txBody>
      </p:sp>
      <p:sp>
        <p:nvSpPr>
          <p:cNvPr id="5" name="Footer Placeholder 4"/>
          <p:cNvSpPr>
            <a:spLocks noGrp="1"/>
          </p:cNvSpPr>
          <p:nvPr>
            <p:ph type="ftr" sz="quarter" idx="11"/>
          </p:nvPr>
        </p:nvSpPr>
        <p:spPr/>
        <p:txBody>
          <a:bodyPr/>
          <a:lstStyle/>
          <a:p>
            <a:r>
              <a:rPr lang="en-IN"/>
              <a:t>DHIRUBHAI AMBANI UNIVERSITY</a:t>
            </a:r>
          </a:p>
        </p:txBody>
      </p:sp>
      <p:sp>
        <p:nvSpPr>
          <p:cNvPr id="6" name="Slide Number Placeholder 5"/>
          <p:cNvSpPr>
            <a:spLocks noGrp="1"/>
          </p:cNvSpPr>
          <p:nvPr>
            <p:ph type="sldNum" sz="quarter" idx="12"/>
          </p:nvPr>
        </p:nvSpPr>
        <p:spPr/>
        <p:txBody>
          <a:bodyPr/>
          <a:lstStyle/>
          <a:p>
            <a:fld id="{B035404B-7E99-4F63-A61D-6FB719BCDCFF}" type="slidenum">
              <a:rPr lang="en-IN" smtClean="0"/>
              <a:t>‹#›</a:t>
            </a:fld>
            <a:endParaRPr lang="en-IN"/>
          </a:p>
        </p:txBody>
      </p:sp>
    </p:spTree>
    <p:extLst>
      <p:ext uri="{BB962C8B-B14F-4D97-AF65-F5344CB8AC3E}">
        <p14:creationId xmlns:p14="http://schemas.microsoft.com/office/powerpoint/2010/main" val="34723441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6C99ABD-186F-44C0-9BBB-E9586AC3DDDA}" type="datetime1">
              <a:rPr lang="en-IN" smtClean="0"/>
              <a:t>20-02-2026</a:t>
            </a:fld>
            <a:endParaRPr lang="en-IN"/>
          </a:p>
        </p:txBody>
      </p:sp>
      <p:sp>
        <p:nvSpPr>
          <p:cNvPr id="6" name="Footer Placeholder 5"/>
          <p:cNvSpPr>
            <a:spLocks noGrp="1"/>
          </p:cNvSpPr>
          <p:nvPr>
            <p:ph type="ftr" sz="quarter" idx="11"/>
          </p:nvPr>
        </p:nvSpPr>
        <p:spPr/>
        <p:txBody>
          <a:bodyPr/>
          <a:lstStyle/>
          <a:p>
            <a:r>
              <a:rPr lang="en-IN"/>
              <a:t>DHIRUBHAI AMBANI UNIVERSITY</a:t>
            </a:r>
          </a:p>
        </p:txBody>
      </p:sp>
      <p:sp>
        <p:nvSpPr>
          <p:cNvPr id="7" name="Slide Number Placeholder 6"/>
          <p:cNvSpPr>
            <a:spLocks noGrp="1"/>
          </p:cNvSpPr>
          <p:nvPr>
            <p:ph type="sldNum" sz="quarter" idx="12"/>
          </p:nvPr>
        </p:nvSpPr>
        <p:spPr/>
        <p:txBody>
          <a:bodyPr/>
          <a:lstStyle/>
          <a:p>
            <a:fld id="{B035404B-7E99-4F63-A61D-6FB719BCDCFF}" type="slidenum">
              <a:rPr lang="en-IN" smtClean="0"/>
              <a:t>‹#›</a:t>
            </a:fld>
            <a:endParaRPr lang="en-IN"/>
          </a:p>
        </p:txBody>
      </p:sp>
    </p:spTree>
    <p:extLst>
      <p:ext uri="{BB962C8B-B14F-4D97-AF65-F5344CB8AC3E}">
        <p14:creationId xmlns:p14="http://schemas.microsoft.com/office/powerpoint/2010/main" val="1200474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BFC1BB9-4610-4F52-86D9-B4FBFDA29CF3}" type="datetime1">
              <a:rPr lang="en-IN" smtClean="0"/>
              <a:t>20-02-2026</a:t>
            </a:fld>
            <a:endParaRPr lang="en-IN"/>
          </a:p>
        </p:txBody>
      </p:sp>
      <p:sp>
        <p:nvSpPr>
          <p:cNvPr id="8" name="Footer Placeholder 7"/>
          <p:cNvSpPr>
            <a:spLocks noGrp="1"/>
          </p:cNvSpPr>
          <p:nvPr>
            <p:ph type="ftr" sz="quarter" idx="11"/>
          </p:nvPr>
        </p:nvSpPr>
        <p:spPr/>
        <p:txBody>
          <a:bodyPr/>
          <a:lstStyle/>
          <a:p>
            <a:r>
              <a:rPr lang="en-IN"/>
              <a:t>DHIRUBHAI AMBANI UNIVERSITY</a:t>
            </a:r>
          </a:p>
        </p:txBody>
      </p:sp>
      <p:sp>
        <p:nvSpPr>
          <p:cNvPr id="9" name="Slide Number Placeholder 8"/>
          <p:cNvSpPr>
            <a:spLocks noGrp="1"/>
          </p:cNvSpPr>
          <p:nvPr>
            <p:ph type="sldNum" sz="quarter" idx="12"/>
          </p:nvPr>
        </p:nvSpPr>
        <p:spPr/>
        <p:txBody>
          <a:bodyPr/>
          <a:lstStyle/>
          <a:p>
            <a:fld id="{B035404B-7E99-4F63-A61D-6FB719BCDCFF}" type="slidenum">
              <a:rPr lang="en-IN" smtClean="0"/>
              <a:t>‹#›</a:t>
            </a:fld>
            <a:endParaRPr lang="en-IN"/>
          </a:p>
        </p:txBody>
      </p:sp>
    </p:spTree>
    <p:extLst>
      <p:ext uri="{BB962C8B-B14F-4D97-AF65-F5344CB8AC3E}">
        <p14:creationId xmlns:p14="http://schemas.microsoft.com/office/powerpoint/2010/main" val="1233785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98872B94-7725-4D2E-931F-765043FBD970}" type="datetime1">
              <a:rPr lang="en-IN" smtClean="0"/>
              <a:t>20-02-2026</a:t>
            </a:fld>
            <a:endParaRPr lang="en-IN"/>
          </a:p>
        </p:txBody>
      </p:sp>
      <p:sp>
        <p:nvSpPr>
          <p:cNvPr id="5" name="Footer Placeholder 3"/>
          <p:cNvSpPr>
            <a:spLocks noGrp="1"/>
          </p:cNvSpPr>
          <p:nvPr>
            <p:ph type="ftr" sz="quarter" idx="11"/>
          </p:nvPr>
        </p:nvSpPr>
        <p:spPr/>
        <p:txBody>
          <a:bodyPr/>
          <a:lstStyle/>
          <a:p>
            <a:r>
              <a:rPr lang="en-IN"/>
              <a:t>DHIRUBHAI AMBANI UNIVERSITY</a:t>
            </a:r>
          </a:p>
        </p:txBody>
      </p:sp>
      <p:sp>
        <p:nvSpPr>
          <p:cNvPr id="6" name="Slide Number Placeholder 4"/>
          <p:cNvSpPr>
            <a:spLocks noGrp="1"/>
          </p:cNvSpPr>
          <p:nvPr>
            <p:ph type="sldNum" sz="quarter" idx="12"/>
          </p:nvPr>
        </p:nvSpPr>
        <p:spPr/>
        <p:txBody>
          <a:bodyPr/>
          <a:lstStyle/>
          <a:p>
            <a:fld id="{B035404B-7E99-4F63-A61D-6FB719BCDCFF}" type="slidenum">
              <a:rPr lang="en-IN" smtClean="0"/>
              <a:t>‹#›</a:t>
            </a:fld>
            <a:endParaRPr lang="en-IN"/>
          </a:p>
        </p:txBody>
      </p:sp>
    </p:spTree>
    <p:extLst>
      <p:ext uri="{BB962C8B-B14F-4D97-AF65-F5344CB8AC3E}">
        <p14:creationId xmlns:p14="http://schemas.microsoft.com/office/powerpoint/2010/main" val="6259060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06E1E0A6-2BE9-4BB1-AC57-419FFC8E5330}" type="datetime1">
              <a:rPr lang="en-IN" smtClean="0"/>
              <a:t>20-02-2026</a:t>
            </a:fld>
            <a:endParaRPr lang="en-IN"/>
          </a:p>
        </p:txBody>
      </p:sp>
      <p:sp>
        <p:nvSpPr>
          <p:cNvPr id="5" name="Footer Placeholder 2"/>
          <p:cNvSpPr>
            <a:spLocks noGrp="1"/>
          </p:cNvSpPr>
          <p:nvPr>
            <p:ph type="ftr" sz="quarter" idx="11"/>
          </p:nvPr>
        </p:nvSpPr>
        <p:spPr/>
        <p:txBody>
          <a:bodyPr/>
          <a:lstStyle/>
          <a:p>
            <a:r>
              <a:rPr lang="en-IN"/>
              <a:t>DHIRUBHAI AMBANI UNIVERSITY</a:t>
            </a:r>
          </a:p>
        </p:txBody>
      </p:sp>
      <p:sp>
        <p:nvSpPr>
          <p:cNvPr id="6" name="Slide Number Placeholder 3"/>
          <p:cNvSpPr>
            <a:spLocks noGrp="1"/>
          </p:cNvSpPr>
          <p:nvPr>
            <p:ph type="sldNum" sz="quarter" idx="12"/>
          </p:nvPr>
        </p:nvSpPr>
        <p:spPr/>
        <p:txBody>
          <a:bodyPr/>
          <a:lstStyle/>
          <a:p>
            <a:fld id="{B035404B-7E99-4F63-A61D-6FB719BCDCFF}" type="slidenum">
              <a:rPr lang="en-IN" smtClean="0"/>
              <a:t>‹#›</a:t>
            </a:fld>
            <a:endParaRPr lang="en-IN"/>
          </a:p>
        </p:txBody>
      </p:sp>
    </p:spTree>
    <p:extLst>
      <p:ext uri="{BB962C8B-B14F-4D97-AF65-F5344CB8AC3E}">
        <p14:creationId xmlns:p14="http://schemas.microsoft.com/office/powerpoint/2010/main" val="16300569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3C8AFBC8-6F82-4543-A0B6-B8F2746E75EF}" type="datetime1">
              <a:rPr lang="en-IN" smtClean="0"/>
              <a:t>20-02-2026</a:t>
            </a:fld>
            <a:endParaRPr lang="en-IN"/>
          </a:p>
        </p:txBody>
      </p:sp>
      <p:sp>
        <p:nvSpPr>
          <p:cNvPr id="5" name="Footer Placeholder 5"/>
          <p:cNvSpPr>
            <a:spLocks noGrp="1"/>
          </p:cNvSpPr>
          <p:nvPr>
            <p:ph type="ftr" sz="quarter" idx="11"/>
          </p:nvPr>
        </p:nvSpPr>
        <p:spPr/>
        <p:txBody>
          <a:bodyPr/>
          <a:lstStyle/>
          <a:p>
            <a:r>
              <a:rPr lang="en-IN"/>
              <a:t>DHIRUBHAI AMBANI UNIVERSITY</a:t>
            </a:r>
          </a:p>
        </p:txBody>
      </p:sp>
      <p:sp>
        <p:nvSpPr>
          <p:cNvPr id="6" name="Slide Number Placeholder 6"/>
          <p:cNvSpPr>
            <a:spLocks noGrp="1"/>
          </p:cNvSpPr>
          <p:nvPr>
            <p:ph type="sldNum" sz="quarter" idx="12"/>
          </p:nvPr>
        </p:nvSpPr>
        <p:spPr/>
        <p:txBody>
          <a:bodyPr/>
          <a:lstStyle/>
          <a:p>
            <a:fld id="{B035404B-7E99-4F63-A61D-6FB719BCDCFF}" type="slidenum">
              <a:rPr lang="en-IN" smtClean="0"/>
              <a:t>‹#›</a:t>
            </a:fld>
            <a:endParaRPr lang="en-IN"/>
          </a:p>
        </p:txBody>
      </p:sp>
    </p:spTree>
    <p:extLst>
      <p:ext uri="{BB962C8B-B14F-4D97-AF65-F5344CB8AC3E}">
        <p14:creationId xmlns:p14="http://schemas.microsoft.com/office/powerpoint/2010/main" val="3795431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8CB1B2F-20F8-4AD0-9966-A17E32AE4677}" type="datetime1">
              <a:rPr lang="en-IN" smtClean="0"/>
              <a:t>20-02-2026</a:t>
            </a:fld>
            <a:endParaRPr lang="en-IN"/>
          </a:p>
        </p:txBody>
      </p:sp>
      <p:sp>
        <p:nvSpPr>
          <p:cNvPr id="6" name="Footer Placeholder 5"/>
          <p:cNvSpPr>
            <a:spLocks noGrp="1"/>
          </p:cNvSpPr>
          <p:nvPr>
            <p:ph type="ftr" sz="quarter" idx="11"/>
          </p:nvPr>
        </p:nvSpPr>
        <p:spPr/>
        <p:txBody>
          <a:bodyPr/>
          <a:lstStyle/>
          <a:p>
            <a:r>
              <a:rPr lang="en-IN"/>
              <a:t>DHIRUBHAI AMBANI UNIVERSITY</a:t>
            </a:r>
          </a:p>
        </p:txBody>
      </p:sp>
      <p:sp>
        <p:nvSpPr>
          <p:cNvPr id="7" name="Slide Number Placeholder 6"/>
          <p:cNvSpPr>
            <a:spLocks noGrp="1"/>
          </p:cNvSpPr>
          <p:nvPr>
            <p:ph type="sldNum" sz="quarter" idx="12"/>
          </p:nvPr>
        </p:nvSpPr>
        <p:spPr/>
        <p:txBody>
          <a:bodyPr/>
          <a:lstStyle/>
          <a:p>
            <a:fld id="{B035404B-7E99-4F63-A61D-6FB719BCDCFF}" type="slidenum">
              <a:rPr lang="en-IN" smtClean="0"/>
              <a:t>‹#›</a:t>
            </a:fld>
            <a:endParaRPr lang="en-IN"/>
          </a:p>
        </p:txBody>
      </p:sp>
    </p:spTree>
    <p:extLst>
      <p:ext uri="{BB962C8B-B14F-4D97-AF65-F5344CB8AC3E}">
        <p14:creationId xmlns:p14="http://schemas.microsoft.com/office/powerpoint/2010/main" val="29697090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ABAB72D-85C6-49AE-BC6F-41F66658AD1F}" type="datetime1">
              <a:rPr lang="en-IN" smtClean="0"/>
              <a:t>20-02-2026</a:t>
            </a:fld>
            <a:endParaRPr lang="en-IN"/>
          </a:p>
        </p:txBody>
      </p:sp>
      <p:sp>
        <p:nvSpPr>
          <p:cNvPr id="6" name="Footer Placeholder 5"/>
          <p:cNvSpPr>
            <a:spLocks noGrp="1"/>
          </p:cNvSpPr>
          <p:nvPr>
            <p:ph type="ftr" sz="quarter" idx="11"/>
          </p:nvPr>
        </p:nvSpPr>
        <p:spPr/>
        <p:txBody>
          <a:bodyPr/>
          <a:lstStyle/>
          <a:p>
            <a:r>
              <a:rPr lang="en-IN"/>
              <a:t>DHIRUBHAI AMBANI UNIVERSITY</a:t>
            </a:r>
          </a:p>
        </p:txBody>
      </p:sp>
      <p:sp>
        <p:nvSpPr>
          <p:cNvPr id="7" name="Slide Number Placeholder 6"/>
          <p:cNvSpPr>
            <a:spLocks noGrp="1"/>
          </p:cNvSpPr>
          <p:nvPr>
            <p:ph type="sldNum" sz="quarter" idx="12"/>
          </p:nvPr>
        </p:nvSpPr>
        <p:spPr/>
        <p:txBody>
          <a:bodyPr/>
          <a:lstStyle/>
          <a:p>
            <a:fld id="{B035404B-7E99-4F63-A61D-6FB719BCDCFF}" type="slidenum">
              <a:rPr lang="en-IN" smtClean="0"/>
              <a:t>‹#›</a:t>
            </a:fld>
            <a:endParaRPr lang="en-IN"/>
          </a:p>
        </p:txBody>
      </p:sp>
    </p:spTree>
    <p:extLst>
      <p:ext uri="{BB962C8B-B14F-4D97-AF65-F5344CB8AC3E}">
        <p14:creationId xmlns:p14="http://schemas.microsoft.com/office/powerpoint/2010/main" val="38915805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6329727-23E8-4222-900E-276C43736A30}" type="datetime1">
              <a:rPr lang="en-IN" smtClean="0"/>
              <a:t>20-02-2026</a:t>
            </a:fld>
            <a:endParaRPr lang="en-IN"/>
          </a:p>
        </p:txBody>
      </p:sp>
      <p:sp>
        <p:nvSpPr>
          <p:cNvPr id="5" name="Footer Placeholder 4"/>
          <p:cNvSpPr>
            <a:spLocks noGrp="1"/>
          </p:cNvSpPr>
          <p:nvPr>
            <p:ph type="ftr" sz="quarter" idx="11"/>
          </p:nvPr>
        </p:nvSpPr>
        <p:spPr/>
        <p:txBody>
          <a:bodyPr/>
          <a:lstStyle/>
          <a:p>
            <a:r>
              <a:rPr lang="en-IN"/>
              <a:t>DHIRUBHAI AMBANI UNIVERSITY</a:t>
            </a:r>
          </a:p>
        </p:txBody>
      </p:sp>
      <p:sp>
        <p:nvSpPr>
          <p:cNvPr id="6" name="Slide Number Placeholder 5"/>
          <p:cNvSpPr>
            <a:spLocks noGrp="1"/>
          </p:cNvSpPr>
          <p:nvPr>
            <p:ph type="sldNum" sz="quarter" idx="12"/>
          </p:nvPr>
        </p:nvSpPr>
        <p:spPr/>
        <p:txBody>
          <a:bodyPr/>
          <a:lstStyle/>
          <a:p>
            <a:fld id="{B035404B-7E99-4F63-A61D-6FB719BCDCFF}" type="slidenum">
              <a:rPr lang="en-IN" smtClean="0"/>
              <a:t>‹#›</a:t>
            </a:fld>
            <a:endParaRPr lang="en-IN"/>
          </a:p>
        </p:txBody>
      </p:sp>
    </p:spTree>
    <p:extLst>
      <p:ext uri="{BB962C8B-B14F-4D97-AF65-F5344CB8AC3E}">
        <p14:creationId xmlns:p14="http://schemas.microsoft.com/office/powerpoint/2010/main" val="4514107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3E33EC4-F927-49B2-8F38-8DC6488B00F6}" type="datetime1">
              <a:rPr lang="en-IN" smtClean="0"/>
              <a:t>20-02-2026</a:t>
            </a:fld>
            <a:endParaRPr lang="en-IN"/>
          </a:p>
        </p:txBody>
      </p:sp>
      <p:sp>
        <p:nvSpPr>
          <p:cNvPr id="5" name="Footer Placeholder 4"/>
          <p:cNvSpPr>
            <a:spLocks noGrp="1"/>
          </p:cNvSpPr>
          <p:nvPr>
            <p:ph type="ftr" sz="quarter" idx="11"/>
          </p:nvPr>
        </p:nvSpPr>
        <p:spPr/>
        <p:txBody>
          <a:bodyPr/>
          <a:lstStyle/>
          <a:p>
            <a:r>
              <a:rPr lang="en-IN"/>
              <a:t>DHIRUBHAI AMBANI UNIVERSITY</a:t>
            </a:r>
          </a:p>
        </p:txBody>
      </p:sp>
      <p:sp>
        <p:nvSpPr>
          <p:cNvPr id="6" name="Slide Number Placeholder 5"/>
          <p:cNvSpPr>
            <a:spLocks noGrp="1"/>
          </p:cNvSpPr>
          <p:nvPr>
            <p:ph type="sldNum" sz="quarter" idx="12"/>
          </p:nvPr>
        </p:nvSpPr>
        <p:spPr/>
        <p:txBody>
          <a:bodyPr/>
          <a:lstStyle/>
          <a:p>
            <a:fld id="{B035404B-7E99-4F63-A61D-6FB719BCDCFF}"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0983847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4484A60-44DB-4D4B-AAF2-B388E8DC7BB1}" type="datetime1">
              <a:rPr lang="en-IN" smtClean="0"/>
              <a:t>20-02-2026</a:t>
            </a:fld>
            <a:endParaRPr lang="en-IN"/>
          </a:p>
        </p:txBody>
      </p:sp>
      <p:sp>
        <p:nvSpPr>
          <p:cNvPr id="5" name="Footer Placeholder 4"/>
          <p:cNvSpPr>
            <a:spLocks noGrp="1"/>
          </p:cNvSpPr>
          <p:nvPr>
            <p:ph type="ftr" sz="quarter" idx="11"/>
          </p:nvPr>
        </p:nvSpPr>
        <p:spPr/>
        <p:txBody>
          <a:bodyPr/>
          <a:lstStyle/>
          <a:p>
            <a:r>
              <a:rPr lang="en-IN"/>
              <a:t>DHIRUBHAI AMBANI UNIVERSITY</a:t>
            </a:r>
          </a:p>
        </p:txBody>
      </p:sp>
      <p:sp>
        <p:nvSpPr>
          <p:cNvPr id="6" name="Slide Number Placeholder 5"/>
          <p:cNvSpPr>
            <a:spLocks noGrp="1"/>
          </p:cNvSpPr>
          <p:nvPr>
            <p:ph type="sldNum" sz="quarter" idx="12"/>
          </p:nvPr>
        </p:nvSpPr>
        <p:spPr/>
        <p:txBody>
          <a:bodyPr/>
          <a:lstStyle/>
          <a:p>
            <a:fld id="{B035404B-7E99-4F63-A61D-6FB719BCDCFF}" type="slidenum">
              <a:rPr lang="en-IN" smtClean="0"/>
              <a:t>‹#›</a:t>
            </a:fld>
            <a:endParaRPr lang="en-IN"/>
          </a:p>
        </p:txBody>
      </p:sp>
    </p:spTree>
    <p:extLst>
      <p:ext uri="{BB962C8B-B14F-4D97-AF65-F5344CB8AC3E}">
        <p14:creationId xmlns:p14="http://schemas.microsoft.com/office/powerpoint/2010/main" val="31498082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80B01D-308C-4455-A645-B2545A1187E6}" type="datetime1">
              <a:rPr lang="en-IN" smtClean="0"/>
              <a:t>20-02-2026</a:t>
            </a:fld>
            <a:endParaRPr lang="en-IN"/>
          </a:p>
        </p:txBody>
      </p:sp>
      <p:sp>
        <p:nvSpPr>
          <p:cNvPr id="4" name="Footer Placeholder 4"/>
          <p:cNvSpPr>
            <a:spLocks noGrp="1"/>
          </p:cNvSpPr>
          <p:nvPr>
            <p:ph type="ftr" sz="quarter" idx="11"/>
          </p:nvPr>
        </p:nvSpPr>
        <p:spPr/>
        <p:txBody>
          <a:bodyPr/>
          <a:lstStyle/>
          <a:p>
            <a:r>
              <a:rPr lang="en-IN"/>
              <a:t>DHIRUBHAI AMBANI UNIVERSITY</a:t>
            </a:r>
          </a:p>
        </p:txBody>
      </p:sp>
      <p:sp>
        <p:nvSpPr>
          <p:cNvPr id="6" name="Slide Number Placeholder 5"/>
          <p:cNvSpPr>
            <a:spLocks noGrp="1"/>
          </p:cNvSpPr>
          <p:nvPr>
            <p:ph type="sldNum" sz="quarter" idx="12"/>
          </p:nvPr>
        </p:nvSpPr>
        <p:spPr/>
        <p:txBody>
          <a:bodyPr/>
          <a:lstStyle/>
          <a:p>
            <a:fld id="{B035404B-7E99-4F63-A61D-6FB719BCDCFF}" type="slidenum">
              <a:rPr lang="en-IN" smtClean="0"/>
              <a:t>‹#›</a:t>
            </a:fld>
            <a:endParaRPr lang="en-IN"/>
          </a:p>
        </p:txBody>
      </p:sp>
    </p:spTree>
    <p:extLst>
      <p:ext uri="{BB962C8B-B14F-4D97-AF65-F5344CB8AC3E}">
        <p14:creationId xmlns:p14="http://schemas.microsoft.com/office/powerpoint/2010/main" val="27838168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1B686A0-253D-4064-BE7D-4D181E9AF1DE}" type="datetime1">
              <a:rPr lang="en-IN" smtClean="0"/>
              <a:t>20-02-2026</a:t>
            </a:fld>
            <a:endParaRPr lang="en-IN"/>
          </a:p>
        </p:txBody>
      </p:sp>
      <p:sp>
        <p:nvSpPr>
          <p:cNvPr id="4" name="Footer Placeholder 4"/>
          <p:cNvSpPr>
            <a:spLocks noGrp="1"/>
          </p:cNvSpPr>
          <p:nvPr>
            <p:ph type="ftr" sz="quarter" idx="11"/>
          </p:nvPr>
        </p:nvSpPr>
        <p:spPr/>
        <p:txBody>
          <a:bodyPr/>
          <a:lstStyle/>
          <a:p>
            <a:r>
              <a:rPr lang="en-IN"/>
              <a:t>DHIRUBHAI AMBANI UNIVERSITY</a:t>
            </a:r>
          </a:p>
        </p:txBody>
      </p:sp>
      <p:sp>
        <p:nvSpPr>
          <p:cNvPr id="6" name="Slide Number Placeholder 5"/>
          <p:cNvSpPr>
            <a:spLocks noGrp="1"/>
          </p:cNvSpPr>
          <p:nvPr>
            <p:ph type="sldNum" sz="quarter" idx="12"/>
          </p:nvPr>
        </p:nvSpPr>
        <p:spPr/>
        <p:txBody>
          <a:bodyPr/>
          <a:lstStyle/>
          <a:p>
            <a:fld id="{B035404B-7E99-4F63-A61D-6FB719BCDCFF}" type="slidenum">
              <a:rPr lang="en-IN" smtClean="0"/>
              <a:t>‹#›</a:t>
            </a:fld>
            <a:endParaRPr lang="en-IN"/>
          </a:p>
        </p:txBody>
      </p:sp>
    </p:spTree>
    <p:extLst>
      <p:ext uri="{BB962C8B-B14F-4D97-AF65-F5344CB8AC3E}">
        <p14:creationId xmlns:p14="http://schemas.microsoft.com/office/powerpoint/2010/main" val="29089130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53DC1E1-471D-44AC-8135-9B4CDA06C42B}" type="datetime1">
              <a:rPr lang="en-IN" smtClean="0"/>
              <a:t>20-02-2026</a:t>
            </a:fld>
            <a:endParaRPr lang="en-IN"/>
          </a:p>
        </p:txBody>
      </p:sp>
      <p:sp>
        <p:nvSpPr>
          <p:cNvPr id="5" name="Footer Placeholder 4"/>
          <p:cNvSpPr>
            <a:spLocks noGrp="1"/>
          </p:cNvSpPr>
          <p:nvPr>
            <p:ph type="ftr" sz="quarter" idx="11"/>
          </p:nvPr>
        </p:nvSpPr>
        <p:spPr/>
        <p:txBody>
          <a:bodyPr/>
          <a:lstStyle/>
          <a:p>
            <a:r>
              <a:rPr lang="en-IN"/>
              <a:t>DHIRUBHAI AMBANI UNIVERSITY</a:t>
            </a:r>
          </a:p>
        </p:txBody>
      </p:sp>
      <p:sp>
        <p:nvSpPr>
          <p:cNvPr id="6" name="Slide Number Placeholder 5"/>
          <p:cNvSpPr>
            <a:spLocks noGrp="1"/>
          </p:cNvSpPr>
          <p:nvPr>
            <p:ph type="sldNum" sz="quarter" idx="12"/>
          </p:nvPr>
        </p:nvSpPr>
        <p:spPr/>
        <p:txBody>
          <a:bodyPr/>
          <a:lstStyle/>
          <a:p>
            <a:fld id="{B035404B-7E99-4F63-A61D-6FB719BCDCFF}" type="slidenum">
              <a:rPr lang="en-IN" smtClean="0"/>
              <a:t>‹#›</a:t>
            </a:fld>
            <a:endParaRPr lang="en-IN"/>
          </a:p>
        </p:txBody>
      </p:sp>
    </p:spTree>
    <p:extLst>
      <p:ext uri="{BB962C8B-B14F-4D97-AF65-F5344CB8AC3E}">
        <p14:creationId xmlns:p14="http://schemas.microsoft.com/office/powerpoint/2010/main" val="15926054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0889312-2168-456C-8C34-9BD618F27998}" type="datetime1">
              <a:rPr lang="en-IN" smtClean="0"/>
              <a:t>20-02-2026</a:t>
            </a:fld>
            <a:endParaRPr lang="en-IN"/>
          </a:p>
        </p:txBody>
      </p:sp>
      <p:sp>
        <p:nvSpPr>
          <p:cNvPr id="5" name="Footer Placeholder 4"/>
          <p:cNvSpPr>
            <a:spLocks noGrp="1"/>
          </p:cNvSpPr>
          <p:nvPr>
            <p:ph type="ftr" sz="quarter" idx="11"/>
          </p:nvPr>
        </p:nvSpPr>
        <p:spPr/>
        <p:txBody>
          <a:bodyPr/>
          <a:lstStyle/>
          <a:p>
            <a:r>
              <a:rPr lang="en-IN"/>
              <a:t>DHIRUBHAI AMBANI UNIVERSITY</a:t>
            </a:r>
          </a:p>
        </p:txBody>
      </p:sp>
      <p:sp>
        <p:nvSpPr>
          <p:cNvPr id="6" name="Slide Number Placeholder 5"/>
          <p:cNvSpPr>
            <a:spLocks noGrp="1"/>
          </p:cNvSpPr>
          <p:nvPr>
            <p:ph type="sldNum" sz="quarter" idx="12"/>
          </p:nvPr>
        </p:nvSpPr>
        <p:spPr/>
        <p:txBody>
          <a:bodyPr/>
          <a:lstStyle/>
          <a:p>
            <a:fld id="{B035404B-7E99-4F63-A61D-6FB719BCDCFF}" type="slidenum">
              <a:rPr lang="en-IN" smtClean="0"/>
              <a:t>‹#›</a:t>
            </a:fld>
            <a:endParaRPr lang="en-IN"/>
          </a:p>
        </p:txBody>
      </p:sp>
    </p:spTree>
    <p:extLst>
      <p:ext uri="{BB962C8B-B14F-4D97-AF65-F5344CB8AC3E}">
        <p14:creationId xmlns:p14="http://schemas.microsoft.com/office/powerpoint/2010/main" val="3218941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075501D9-63F3-4D70-9E4B-2024F77196FC}" type="datetime1">
              <a:rPr lang="en-IN" smtClean="0"/>
              <a:t>20-02-2026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r>
              <a:rPr lang="en-IN"/>
              <a:t>DHIRUBHAI AMBANI UNIVERSITY</a:t>
            </a:r>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B035404B-7E99-4F63-A61D-6FB719BCDCFF}" type="slidenum">
              <a:rPr lang="en-IN" smtClean="0"/>
              <a:t>‹#›</a:t>
            </a:fld>
            <a:endParaRPr lang="en-IN"/>
          </a:p>
        </p:txBody>
      </p:sp>
    </p:spTree>
    <p:extLst>
      <p:ext uri="{BB962C8B-B14F-4D97-AF65-F5344CB8AC3E}">
        <p14:creationId xmlns:p14="http://schemas.microsoft.com/office/powerpoint/2010/main" val="4086114467"/>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hf hd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F04DE-81A1-BD1E-2CCA-A1DC505CE949}"/>
              </a:ext>
            </a:extLst>
          </p:cNvPr>
          <p:cNvSpPr>
            <a:spLocks noGrp="1"/>
          </p:cNvSpPr>
          <p:nvPr>
            <p:ph type="ctrTitle"/>
          </p:nvPr>
        </p:nvSpPr>
        <p:spPr>
          <a:xfrm>
            <a:off x="1164787" y="710381"/>
            <a:ext cx="8825658" cy="3329581"/>
          </a:xfrm>
        </p:spPr>
        <p:txBody>
          <a:bodyPr/>
          <a:lstStyle/>
          <a:p>
            <a:r>
              <a:rPr lang="en-US" b="1" dirty="0">
                <a:latin typeface="Aharoni" panose="02010803020104030203" pitchFamily="2" charset="-79"/>
                <a:cs typeface="Aharoni" panose="02010803020104030203" pitchFamily="2" charset="-79"/>
              </a:rPr>
              <a:t>CRAVIFY</a:t>
            </a:r>
            <a:br>
              <a:rPr lang="en-US" b="1" dirty="0">
                <a:latin typeface="Aharoni" panose="02010803020104030203" pitchFamily="2" charset="-79"/>
                <a:cs typeface="Aharoni" panose="02010803020104030203" pitchFamily="2" charset="-79"/>
              </a:rPr>
            </a:br>
            <a:r>
              <a:rPr lang="en-US" b="1" dirty="0">
                <a:latin typeface="Aharoni" panose="02010803020104030203" pitchFamily="2" charset="-79"/>
                <a:cs typeface="Aharoni" panose="02010803020104030203" pitchFamily="2" charset="-79"/>
              </a:rPr>
              <a:t>(FOOD DELIVERY PLATFORM)</a:t>
            </a:r>
            <a:endParaRPr lang="en-IN" b="1" dirty="0">
              <a:latin typeface="Aharoni" panose="02010803020104030203" pitchFamily="2" charset="-79"/>
              <a:cs typeface="Aharoni" panose="02010803020104030203" pitchFamily="2" charset="-79"/>
            </a:endParaRPr>
          </a:p>
        </p:txBody>
      </p:sp>
      <p:sp>
        <p:nvSpPr>
          <p:cNvPr id="3" name="Subtitle 2">
            <a:extLst>
              <a:ext uri="{FF2B5EF4-FFF2-40B4-BE49-F238E27FC236}">
                <a16:creationId xmlns:a16="http://schemas.microsoft.com/office/drawing/2014/main" id="{F16C28FC-7578-D4CD-14B9-6B7711AABD32}"/>
              </a:ext>
            </a:extLst>
          </p:cNvPr>
          <p:cNvSpPr>
            <a:spLocks noGrp="1"/>
          </p:cNvSpPr>
          <p:nvPr>
            <p:ph type="subTitle" idx="1"/>
          </p:nvPr>
        </p:nvSpPr>
        <p:spPr>
          <a:xfrm>
            <a:off x="8180439" y="4162476"/>
            <a:ext cx="4011561" cy="1655762"/>
          </a:xfrm>
        </p:spPr>
        <p:txBody>
          <a:bodyPr>
            <a:normAutofit lnSpcReduction="10000"/>
          </a:bodyPr>
          <a:lstStyle/>
          <a:p>
            <a:pPr algn="l"/>
            <a:r>
              <a:rPr lang="en-US" b="1" dirty="0">
                <a:latin typeface="Bahnschrift SemiBold" panose="020B0502040204020203" pitchFamily="34" charset="0"/>
              </a:rPr>
              <a:t>(202512098) Parin Makwana</a:t>
            </a:r>
          </a:p>
          <a:p>
            <a:pPr algn="l"/>
            <a:r>
              <a:rPr lang="en-US" b="1" dirty="0">
                <a:latin typeface="Bahnschrift SemiBold" panose="020B0502040204020203" pitchFamily="34" charset="0"/>
              </a:rPr>
              <a:t>(202512030) Ayush Soni</a:t>
            </a:r>
          </a:p>
          <a:p>
            <a:pPr algn="l"/>
            <a:r>
              <a:rPr lang="en-US" b="1" dirty="0">
                <a:latin typeface="Bahnschrift SemiBold" panose="020B0502040204020203" pitchFamily="34" charset="0"/>
              </a:rPr>
              <a:t>(202512009) Nevil Nandasana</a:t>
            </a:r>
          </a:p>
          <a:p>
            <a:pPr algn="l"/>
            <a:r>
              <a:rPr lang="en-US" b="1" dirty="0">
                <a:latin typeface="Bahnschrift SemiBold" panose="020B0502040204020203" pitchFamily="34" charset="0"/>
              </a:rPr>
              <a:t>(202512042) Hitarth Shah </a:t>
            </a:r>
            <a:endParaRPr lang="en-IN" b="1" dirty="0">
              <a:latin typeface="Bahnschrift SemiBold" panose="020B0502040204020203" pitchFamily="34" charset="0"/>
            </a:endParaRPr>
          </a:p>
        </p:txBody>
      </p:sp>
      <p:sp>
        <p:nvSpPr>
          <p:cNvPr id="4" name="Footer Placeholder 3">
            <a:extLst>
              <a:ext uri="{FF2B5EF4-FFF2-40B4-BE49-F238E27FC236}">
                <a16:creationId xmlns:a16="http://schemas.microsoft.com/office/drawing/2014/main" id="{A61580BA-753D-28E0-1408-C97C6EE2A769}"/>
              </a:ext>
            </a:extLst>
          </p:cNvPr>
          <p:cNvSpPr>
            <a:spLocks noGrp="1"/>
          </p:cNvSpPr>
          <p:nvPr>
            <p:ph type="ftr" sz="quarter" idx="11"/>
          </p:nvPr>
        </p:nvSpPr>
        <p:spPr/>
        <p:txBody>
          <a:bodyPr/>
          <a:lstStyle/>
          <a:p>
            <a:r>
              <a:rPr lang="en-IN"/>
              <a:t>DHIRUBHAI AMBANI UNIVERSITY</a:t>
            </a:r>
          </a:p>
        </p:txBody>
      </p:sp>
      <p:sp>
        <p:nvSpPr>
          <p:cNvPr id="5" name="Slide Number Placeholder 4">
            <a:extLst>
              <a:ext uri="{FF2B5EF4-FFF2-40B4-BE49-F238E27FC236}">
                <a16:creationId xmlns:a16="http://schemas.microsoft.com/office/drawing/2014/main" id="{B1FF32B4-6984-008A-8598-CEE28323D688}"/>
              </a:ext>
            </a:extLst>
          </p:cNvPr>
          <p:cNvSpPr>
            <a:spLocks noGrp="1"/>
          </p:cNvSpPr>
          <p:nvPr>
            <p:ph type="sldNum" sz="quarter" idx="12"/>
          </p:nvPr>
        </p:nvSpPr>
        <p:spPr/>
        <p:txBody>
          <a:bodyPr/>
          <a:lstStyle/>
          <a:p>
            <a:fld id="{B035404B-7E99-4F63-A61D-6FB719BCDCFF}" type="slidenum">
              <a:rPr lang="en-IN" smtClean="0"/>
              <a:t>1</a:t>
            </a:fld>
            <a:endParaRPr lang="en-IN"/>
          </a:p>
        </p:txBody>
      </p:sp>
    </p:spTree>
    <p:extLst>
      <p:ext uri="{BB962C8B-B14F-4D97-AF65-F5344CB8AC3E}">
        <p14:creationId xmlns:p14="http://schemas.microsoft.com/office/powerpoint/2010/main" val="1874743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35461-F9B7-3412-F5D0-F455645FEA5E}"/>
              </a:ext>
            </a:extLst>
          </p:cNvPr>
          <p:cNvSpPr>
            <a:spLocks noGrp="1"/>
          </p:cNvSpPr>
          <p:nvPr>
            <p:ph type="title"/>
          </p:nvPr>
        </p:nvSpPr>
        <p:spPr>
          <a:xfrm>
            <a:off x="88490" y="164288"/>
            <a:ext cx="9404723" cy="1400530"/>
          </a:xfrm>
        </p:spPr>
        <p:txBody>
          <a:bodyPr/>
          <a:lstStyle/>
          <a:p>
            <a:r>
              <a:rPr lang="en-US" dirty="0"/>
              <a:t>THE PROBLEM</a:t>
            </a:r>
            <a:endParaRPr lang="en-IN" dirty="0"/>
          </a:p>
        </p:txBody>
      </p:sp>
      <p:sp>
        <p:nvSpPr>
          <p:cNvPr id="3" name="Content Placeholder 2">
            <a:extLst>
              <a:ext uri="{FF2B5EF4-FFF2-40B4-BE49-F238E27FC236}">
                <a16:creationId xmlns:a16="http://schemas.microsoft.com/office/drawing/2014/main" id="{537ACCA8-C310-7CD7-D1F6-47E6ABBD4907}"/>
              </a:ext>
            </a:extLst>
          </p:cNvPr>
          <p:cNvSpPr>
            <a:spLocks noGrp="1"/>
          </p:cNvSpPr>
          <p:nvPr>
            <p:ph idx="1"/>
          </p:nvPr>
        </p:nvSpPr>
        <p:spPr>
          <a:xfrm>
            <a:off x="525205" y="1273277"/>
            <a:ext cx="6292645" cy="5584723"/>
          </a:xfrm>
        </p:spPr>
        <p:txBody>
          <a:bodyPr>
            <a:normAutofit/>
          </a:bodyPr>
          <a:lstStyle/>
          <a:p>
            <a:pPr marL="0" indent="0">
              <a:buNone/>
            </a:pPr>
            <a:r>
              <a:rPr lang="en-US" sz="2600" b="1" dirty="0">
                <a:latin typeface="Georgia" pitchFamily="34" charset="0"/>
                <a:ea typeface="Georgia" pitchFamily="34" charset="-122"/>
                <a:cs typeface="Georgia" pitchFamily="34" charset="-120"/>
              </a:rPr>
              <a:t>It's 9 PM.</a:t>
            </a:r>
            <a:endParaRPr lang="en-US" sz="2600" dirty="0"/>
          </a:p>
          <a:p>
            <a:pPr marL="0" indent="0">
              <a:buNone/>
            </a:pPr>
            <a:r>
              <a:rPr lang="en-US" sz="2600" b="1" dirty="0">
                <a:latin typeface="Georgia" pitchFamily="34" charset="0"/>
                <a:ea typeface="Georgia" pitchFamily="34" charset="-122"/>
                <a:cs typeface="Georgia" pitchFamily="34" charset="-120"/>
              </a:rPr>
              <a:t>You're exhausted.</a:t>
            </a:r>
            <a:endParaRPr lang="en-US" sz="2600" dirty="0"/>
          </a:p>
          <a:p>
            <a:pPr marL="0" indent="0">
              <a:buNone/>
            </a:pPr>
            <a:r>
              <a:rPr lang="en-US" sz="2600" b="1" dirty="0">
                <a:latin typeface="Georgia" pitchFamily="34" charset="0"/>
                <a:ea typeface="Georgia" pitchFamily="34" charset="-122"/>
                <a:cs typeface="Georgia" pitchFamily="34" charset="-120"/>
              </a:rPr>
              <a:t>And you're hungry.</a:t>
            </a:r>
            <a:endParaRPr lang="en-US" sz="2600" dirty="0"/>
          </a:p>
          <a:p>
            <a:pPr marL="0" indent="0">
              <a:buNone/>
            </a:pPr>
            <a:endParaRPr lang="en-IN" dirty="0"/>
          </a:p>
          <a:p>
            <a:pPr marL="0" indent="0">
              <a:spcAft>
                <a:spcPts val="600"/>
              </a:spcAft>
              <a:buNone/>
            </a:pPr>
            <a:r>
              <a:rPr lang="en-US" sz="1600" dirty="0"/>
              <a:t>You open your phone hoping to find your favorite biryani or a late-night burger — but instead, you're stuck juggling three different apps, wondering which restaurant is actually open, whether your order even reached the kitchen, and why the delivery partner's location hasn't moved in 20 minutes.</a:t>
            </a:r>
          </a:p>
          <a:p>
            <a:pPr marL="0" indent="0">
              <a:spcAft>
                <a:spcPts val="600"/>
              </a:spcAft>
              <a:buNone/>
            </a:pPr>
            <a:endParaRPr lang="en-US" sz="1600" dirty="0"/>
          </a:p>
          <a:p>
            <a:pPr marL="0" indent="0">
              <a:spcAft>
                <a:spcPts val="600"/>
              </a:spcAft>
              <a:buNone/>
            </a:pPr>
            <a:r>
              <a:rPr lang="en-US" sz="1600" dirty="0"/>
              <a:t>Sound familiar?</a:t>
            </a:r>
          </a:p>
          <a:p>
            <a:endParaRPr lang="en-IN" dirty="0"/>
          </a:p>
        </p:txBody>
      </p:sp>
      <p:sp>
        <p:nvSpPr>
          <p:cNvPr id="4" name="Footer Placeholder 3">
            <a:extLst>
              <a:ext uri="{FF2B5EF4-FFF2-40B4-BE49-F238E27FC236}">
                <a16:creationId xmlns:a16="http://schemas.microsoft.com/office/drawing/2014/main" id="{E44CB319-A29D-47D9-5786-E846354A315F}"/>
              </a:ext>
            </a:extLst>
          </p:cNvPr>
          <p:cNvSpPr>
            <a:spLocks noGrp="1"/>
          </p:cNvSpPr>
          <p:nvPr>
            <p:ph type="ftr" sz="quarter" idx="11"/>
          </p:nvPr>
        </p:nvSpPr>
        <p:spPr/>
        <p:txBody>
          <a:bodyPr/>
          <a:lstStyle/>
          <a:p>
            <a:r>
              <a:rPr lang="en-IN"/>
              <a:t>DHIRUBHAI AMBANI UNIVERSITY</a:t>
            </a:r>
          </a:p>
        </p:txBody>
      </p:sp>
      <p:sp>
        <p:nvSpPr>
          <p:cNvPr id="5" name="Slide Number Placeholder 4">
            <a:extLst>
              <a:ext uri="{FF2B5EF4-FFF2-40B4-BE49-F238E27FC236}">
                <a16:creationId xmlns:a16="http://schemas.microsoft.com/office/drawing/2014/main" id="{68579FB8-6CFE-325F-2B3E-F59CD9A5B63C}"/>
              </a:ext>
            </a:extLst>
          </p:cNvPr>
          <p:cNvSpPr>
            <a:spLocks noGrp="1"/>
          </p:cNvSpPr>
          <p:nvPr>
            <p:ph type="sldNum" sz="quarter" idx="12"/>
          </p:nvPr>
        </p:nvSpPr>
        <p:spPr/>
        <p:txBody>
          <a:bodyPr/>
          <a:lstStyle/>
          <a:p>
            <a:fld id="{B035404B-7E99-4F63-A61D-6FB719BCDCFF}" type="slidenum">
              <a:rPr lang="en-IN" smtClean="0"/>
              <a:t>2</a:t>
            </a:fld>
            <a:endParaRPr lang="en-IN"/>
          </a:p>
        </p:txBody>
      </p:sp>
      <p:sp>
        <p:nvSpPr>
          <p:cNvPr id="6" name="Shape 4">
            <a:extLst>
              <a:ext uri="{FF2B5EF4-FFF2-40B4-BE49-F238E27FC236}">
                <a16:creationId xmlns:a16="http://schemas.microsoft.com/office/drawing/2014/main" id="{D924DA32-7950-B999-FF83-7843FC1708B7}"/>
              </a:ext>
            </a:extLst>
          </p:cNvPr>
          <p:cNvSpPr/>
          <p:nvPr/>
        </p:nvSpPr>
        <p:spPr>
          <a:xfrm>
            <a:off x="7190209" y="421117"/>
            <a:ext cx="3095195" cy="1871004"/>
          </a:xfrm>
          <a:prstGeom prst="rect">
            <a:avLst/>
          </a:prstGeom>
          <a:solidFill>
            <a:srgbClr val="FFFFFF"/>
          </a:solidFill>
          <a:ln w="12700">
            <a:solidFill>
              <a:srgbClr val="FFD6B0"/>
            </a:solidFill>
            <a:prstDash val="solid"/>
          </a:ln>
          <a:effectLst>
            <a:outerShdw blurRad="101600" dist="25400" dir="8100000" algn="bl" rotWithShape="0">
              <a:srgbClr val="000000">
                <a:alpha val="8000"/>
              </a:srgbClr>
            </a:outerShdw>
          </a:effectLst>
        </p:spPr>
      </p:sp>
      <p:sp>
        <p:nvSpPr>
          <p:cNvPr id="7" name="Shape 5">
            <a:extLst>
              <a:ext uri="{FF2B5EF4-FFF2-40B4-BE49-F238E27FC236}">
                <a16:creationId xmlns:a16="http://schemas.microsoft.com/office/drawing/2014/main" id="{98291AB7-F3DB-A9AB-3B1E-A6D6F1562649}"/>
              </a:ext>
            </a:extLst>
          </p:cNvPr>
          <p:cNvSpPr/>
          <p:nvPr/>
        </p:nvSpPr>
        <p:spPr>
          <a:xfrm>
            <a:off x="7173846" y="421118"/>
            <a:ext cx="168764" cy="1871004"/>
          </a:xfrm>
          <a:prstGeom prst="rect">
            <a:avLst/>
          </a:prstGeom>
          <a:solidFill>
            <a:schemeClr val="bg2">
              <a:lumMod val="40000"/>
              <a:lumOff val="60000"/>
            </a:schemeClr>
          </a:solidFill>
          <a:ln w="12700">
            <a:solidFill>
              <a:srgbClr val="FF4500"/>
            </a:solidFill>
            <a:prstDash val="solid"/>
          </a:ln>
        </p:spPr>
      </p:sp>
      <p:sp>
        <p:nvSpPr>
          <p:cNvPr id="8" name="Text 6">
            <a:extLst>
              <a:ext uri="{FF2B5EF4-FFF2-40B4-BE49-F238E27FC236}">
                <a16:creationId xmlns:a16="http://schemas.microsoft.com/office/drawing/2014/main" id="{C479B5B7-89F6-7677-6F70-733EECF90870}"/>
              </a:ext>
            </a:extLst>
          </p:cNvPr>
          <p:cNvSpPr/>
          <p:nvPr/>
        </p:nvSpPr>
        <p:spPr>
          <a:xfrm>
            <a:off x="6080759" y="594359"/>
            <a:ext cx="4078469" cy="762261"/>
          </a:xfrm>
          <a:prstGeom prst="rect">
            <a:avLst/>
          </a:prstGeom>
          <a:noFill/>
          <a:ln/>
        </p:spPr>
        <p:txBody>
          <a:bodyPr wrap="square" lIns="0" tIns="0" rIns="0" bIns="0" rtlCol="0" anchor="ctr"/>
          <a:lstStyle/>
          <a:p>
            <a:pPr marL="0" indent="0">
              <a:buNone/>
            </a:pPr>
            <a:endParaRPr lang="en-US" sz="3200" dirty="0"/>
          </a:p>
        </p:txBody>
      </p:sp>
      <p:sp>
        <p:nvSpPr>
          <p:cNvPr id="9" name="Text 7">
            <a:extLst>
              <a:ext uri="{FF2B5EF4-FFF2-40B4-BE49-F238E27FC236}">
                <a16:creationId xmlns:a16="http://schemas.microsoft.com/office/drawing/2014/main" id="{81C28615-5F7A-66A5-893C-6E270A6199A9}"/>
              </a:ext>
            </a:extLst>
          </p:cNvPr>
          <p:cNvSpPr/>
          <p:nvPr/>
        </p:nvSpPr>
        <p:spPr>
          <a:xfrm>
            <a:off x="7682244" y="679572"/>
            <a:ext cx="2247164" cy="1368084"/>
          </a:xfrm>
          <a:prstGeom prst="rect">
            <a:avLst/>
          </a:prstGeom>
          <a:noFill/>
          <a:ln/>
        </p:spPr>
        <p:txBody>
          <a:bodyPr wrap="square" lIns="0" tIns="0" rIns="0" bIns="0" rtlCol="0" anchor="ctr"/>
          <a:lstStyle/>
          <a:p>
            <a:r>
              <a:rPr lang="en-US" sz="1600" b="1" dirty="0">
                <a:solidFill>
                  <a:schemeClr val="bg1"/>
                </a:solidFill>
              </a:rPr>
              <a:t>Too many apps, too little loyalty."</a:t>
            </a:r>
            <a:r>
              <a:rPr lang="en-US" sz="1600" dirty="0">
                <a:solidFill>
                  <a:schemeClr val="bg1"/>
                </a:solidFill>
              </a:rPr>
              <a:t> Customers jump between Swiggy, Zomato &amp; others with no unified experience or incentive to stay</a:t>
            </a:r>
          </a:p>
        </p:txBody>
      </p:sp>
      <p:sp>
        <p:nvSpPr>
          <p:cNvPr id="10" name="Shape 4">
            <a:extLst>
              <a:ext uri="{FF2B5EF4-FFF2-40B4-BE49-F238E27FC236}">
                <a16:creationId xmlns:a16="http://schemas.microsoft.com/office/drawing/2014/main" id="{C7D121D1-7B7F-A9E6-8C69-EEAC41ACE811}"/>
              </a:ext>
            </a:extLst>
          </p:cNvPr>
          <p:cNvSpPr/>
          <p:nvPr/>
        </p:nvSpPr>
        <p:spPr>
          <a:xfrm>
            <a:off x="7190210" y="2554115"/>
            <a:ext cx="3095195" cy="1871004"/>
          </a:xfrm>
          <a:prstGeom prst="rect">
            <a:avLst/>
          </a:prstGeom>
          <a:solidFill>
            <a:srgbClr val="FFFFFF"/>
          </a:solidFill>
          <a:ln w="12700">
            <a:solidFill>
              <a:srgbClr val="FFD6B0"/>
            </a:solidFill>
            <a:prstDash val="solid"/>
          </a:ln>
          <a:effectLst>
            <a:outerShdw blurRad="101600" dist="25400" dir="8100000" algn="bl" rotWithShape="0">
              <a:srgbClr val="000000">
                <a:alpha val="8000"/>
              </a:srgbClr>
            </a:outerShdw>
          </a:effectLst>
        </p:spPr>
      </p:sp>
      <p:sp>
        <p:nvSpPr>
          <p:cNvPr id="11" name="Shape 5">
            <a:extLst>
              <a:ext uri="{FF2B5EF4-FFF2-40B4-BE49-F238E27FC236}">
                <a16:creationId xmlns:a16="http://schemas.microsoft.com/office/drawing/2014/main" id="{91B85484-4257-4AFD-B170-49DED5B96DF6}"/>
              </a:ext>
            </a:extLst>
          </p:cNvPr>
          <p:cNvSpPr/>
          <p:nvPr/>
        </p:nvSpPr>
        <p:spPr>
          <a:xfrm>
            <a:off x="7190210" y="2554115"/>
            <a:ext cx="168764" cy="1871004"/>
          </a:xfrm>
          <a:prstGeom prst="rect">
            <a:avLst/>
          </a:prstGeom>
          <a:solidFill>
            <a:schemeClr val="bg2">
              <a:lumMod val="40000"/>
              <a:lumOff val="60000"/>
            </a:schemeClr>
          </a:solidFill>
          <a:ln w="12700">
            <a:solidFill>
              <a:srgbClr val="FF4500"/>
            </a:solidFill>
            <a:prstDash val="solid"/>
          </a:ln>
        </p:spPr>
      </p:sp>
      <p:sp>
        <p:nvSpPr>
          <p:cNvPr id="12" name="Shape 4">
            <a:extLst>
              <a:ext uri="{FF2B5EF4-FFF2-40B4-BE49-F238E27FC236}">
                <a16:creationId xmlns:a16="http://schemas.microsoft.com/office/drawing/2014/main" id="{DB6A3AE4-145D-628B-50CB-E18108BB1F41}"/>
              </a:ext>
            </a:extLst>
          </p:cNvPr>
          <p:cNvSpPr/>
          <p:nvPr/>
        </p:nvSpPr>
        <p:spPr>
          <a:xfrm>
            <a:off x="7190211" y="4687113"/>
            <a:ext cx="3095195" cy="1871004"/>
          </a:xfrm>
          <a:prstGeom prst="rect">
            <a:avLst/>
          </a:prstGeom>
          <a:solidFill>
            <a:srgbClr val="FFFFFF"/>
          </a:solidFill>
          <a:ln w="12700">
            <a:solidFill>
              <a:srgbClr val="FFD6B0"/>
            </a:solidFill>
            <a:prstDash val="solid"/>
          </a:ln>
          <a:effectLst>
            <a:outerShdw blurRad="101600" dist="25400" dir="8100000" algn="bl" rotWithShape="0">
              <a:srgbClr val="000000">
                <a:alpha val="8000"/>
              </a:srgbClr>
            </a:outerShdw>
          </a:effectLst>
        </p:spPr>
      </p:sp>
      <p:sp>
        <p:nvSpPr>
          <p:cNvPr id="13" name="Shape 5">
            <a:extLst>
              <a:ext uri="{FF2B5EF4-FFF2-40B4-BE49-F238E27FC236}">
                <a16:creationId xmlns:a16="http://schemas.microsoft.com/office/drawing/2014/main" id="{9A6D7FA2-321C-65C3-A52E-041151D6F0D8}"/>
              </a:ext>
            </a:extLst>
          </p:cNvPr>
          <p:cNvSpPr/>
          <p:nvPr/>
        </p:nvSpPr>
        <p:spPr>
          <a:xfrm>
            <a:off x="7190211" y="4687113"/>
            <a:ext cx="168764" cy="1871004"/>
          </a:xfrm>
          <a:prstGeom prst="rect">
            <a:avLst/>
          </a:prstGeom>
          <a:solidFill>
            <a:schemeClr val="bg2">
              <a:lumMod val="40000"/>
              <a:lumOff val="60000"/>
            </a:schemeClr>
          </a:solidFill>
          <a:ln w="12700">
            <a:solidFill>
              <a:srgbClr val="FF4500"/>
            </a:solidFill>
            <a:prstDash val="solid"/>
          </a:ln>
        </p:spPr>
      </p:sp>
      <p:sp>
        <p:nvSpPr>
          <p:cNvPr id="14" name="TextBox 13">
            <a:extLst>
              <a:ext uri="{FF2B5EF4-FFF2-40B4-BE49-F238E27FC236}">
                <a16:creationId xmlns:a16="http://schemas.microsoft.com/office/drawing/2014/main" id="{A3E81CE1-A256-9779-28D5-1FF5D1887602}"/>
              </a:ext>
            </a:extLst>
          </p:cNvPr>
          <p:cNvSpPr txBox="1"/>
          <p:nvPr/>
        </p:nvSpPr>
        <p:spPr>
          <a:xfrm>
            <a:off x="7593009" y="2704787"/>
            <a:ext cx="2566219" cy="1569660"/>
          </a:xfrm>
          <a:prstGeom prst="rect">
            <a:avLst/>
          </a:prstGeom>
          <a:noFill/>
        </p:spPr>
        <p:txBody>
          <a:bodyPr wrap="square" rtlCol="0">
            <a:spAutoFit/>
          </a:bodyPr>
          <a:lstStyle/>
          <a:p>
            <a:r>
              <a:rPr lang="en-US" sz="1600" b="1" dirty="0">
                <a:solidFill>
                  <a:schemeClr val="bg1"/>
                </a:solidFill>
              </a:rPr>
              <a:t>"My menu changed again."</a:t>
            </a:r>
            <a:r>
              <a:rPr lang="en-US" sz="1600" dirty="0">
                <a:solidFill>
                  <a:schemeClr val="bg1"/>
                </a:solidFill>
              </a:rPr>
              <a:t> Restaurants struggle to update items, prices &amp; availability across platforms instantly</a:t>
            </a:r>
            <a:endParaRPr lang="en-IN" sz="1600" dirty="0">
              <a:solidFill>
                <a:schemeClr val="bg1"/>
              </a:solidFill>
            </a:endParaRPr>
          </a:p>
        </p:txBody>
      </p:sp>
      <p:sp>
        <p:nvSpPr>
          <p:cNvPr id="15" name="TextBox 14">
            <a:extLst>
              <a:ext uri="{FF2B5EF4-FFF2-40B4-BE49-F238E27FC236}">
                <a16:creationId xmlns:a16="http://schemas.microsoft.com/office/drawing/2014/main" id="{3867EFAB-06BA-F09F-8E58-DBB56ADE5DD4}"/>
              </a:ext>
            </a:extLst>
          </p:cNvPr>
          <p:cNvSpPr txBox="1"/>
          <p:nvPr/>
        </p:nvSpPr>
        <p:spPr>
          <a:xfrm>
            <a:off x="7593009" y="4867223"/>
            <a:ext cx="2536722" cy="1569660"/>
          </a:xfrm>
          <a:prstGeom prst="rect">
            <a:avLst/>
          </a:prstGeom>
          <a:noFill/>
        </p:spPr>
        <p:txBody>
          <a:bodyPr wrap="square" rtlCol="0">
            <a:spAutoFit/>
          </a:bodyPr>
          <a:lstStyle/>
          <a:p>
            <a:r>
              <a:rPr lang="en-US" sz="1600" b="1" dirty="0">
                <a:solidFill>
                  <a:schemeClr val="bg1"/>
                </a:solidFill>
              </a:rPr>
              <a:t>What did I even earn today?"</a:t>
            </a:r>
            <a:r>
              <a:rPr lang="en-US" sz="1600" dirty="0">
                <a:solidFill>
                  <a:schemeClr val="bg1"/>
                </a:solidFill>
              </a:rPr>
              <a:t> Delivery partners have no clear breakdown of trips, distances, or daily income</a:t>
            </a:r>
            <a:endParaRPr lang="en-IN" sz="1600" dirty="0">
              <a:solidFill>
                <a:schemeClr val="bg1"/>
              </a:solidFill>
            </a:endParaRPr>
          </a:p>
        </p:txBody>
      </p:sp>
    </p:spTree>
    <p:extLst>
      <p:ext uri="{BB962C8B-B14F-4D97-AF65-F5344CB8AC3E}">
        <p14:creationId xmlns:p14="http://schemas.microsoft.com/office/powerpoint/2010/main" val="13781856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D0DF1-07B7-7518-9F08-9FBF9667CE29}"/>
              </a:ext>
            </a:extLst>
          </p:cNvPr>
          <p:cNvSpPr>
            <a:spLocks noGrp="1"/>
          </p:cNvSpPr>
          <p:nvPr>
            <p:ph type="title"/>
          </p:nvPr>
        </p:nvSpPr>
        <p:spPr>
          <a:xfrm>
            <a:off x="203660" y="216744"/>
            <a:ext cx="9404723" cy="1400530"/>
          </a:xfrm>
        </p:spPr>
        <p:txBody>
          <a:bodyPr/>
          <a:lstStyle/>
          <a:p>
            <a:r>
              <a:rPr lang="en-US" dirty="0"/>
              <a:t>OUR SOLUTION</a:t>
            </a:r>
            <a:endParaRPr lang="en-IN" dirty="0"/>
          </a:p>
        </p:txBody>
      </p:sp>
      <p:sp>
        <p:nvSpPr>
          <p:cNvPr id="3" name="Content Placeholder 2">
            <a:extLst>
              <a:ext uri="{FF2B5EF4-FFF2-40B4-BE49-F238E27FC236}">
                <a16:creationId xmlns:a16="http://schemas.microsoft.com/office/drawing/2014/main" id="{C388500A-A6DF-71D3-AB75-0C237CFE0F9A}"/>
              </a:ext>
            </a:extLst>
          </p:cNvPr>
          <p:cNvSpPr>
            <a:spLocks noGrp="1"/>
          </p:cNvSpPr>
          <p:nvPr>
            <p:ph idx="1"/>
          </p:nvPr>
        </p:nvSpPr>
        <p:spPr>
          <a:xfrm>
            <a:off x="2326952" y="1382690"/>
            <a:ext cx="8946541" cy="1043723"/>
          </a:xfrm>
        </p:spPr>
        <p:txBody>
          <a:bodyPr/>
          <a:lstStyle/>
          <a:p>
            <a:pPr marL="0" indent="0">
              <a:buNone/>
            </a:pPr>
            <a:r>
              <a:rPr lang="en-US" sz="3800" dirty="0">
                <a:latin typeface="Aharoni" panose="02010803020104030203" pitchFamily="2" charset="-79"/>
                <a:cs typeface="Aharoni" panose="02010803020104030203" pitchFamily="2" charset="-79"/>
              </a:rPr>
              <a:t>INTRODUCING YOU CRAVIFY </a:t>
            </a:r>
          </a:p>
          <a:p>
            <a:pPr marL="0" indent="0">
              <a:buNone/>
            </a:pPr>
            <a:r>
              <a:rPr lang="en-US" sz="1400" dirty="0"/>
              <a:t>                ONE PLATFORM. FOUR POWERFUL MODULES. ZERO FRICTION.</a:t>
            </a:r>
            <a:endParaRPr lang="en-IN" sz="1400" dirty="0"/>
          </a:p>
        </p:txBody>
      </p:sp>
      <p:sp>
        <p:nvSpPr>
          <p:cNvPr id="4" name="Footer Placeholder 3">
            <a:extLst>
              <a:ext uri="{FF2B5EF4-FFF2-40B4-BE49-F238E27FC236}">
                <a16:creationId xmlns:a16="http://schemas.microsoft.com/office/drawing/2014/main" id="{27A8CCFF-CE1A-391C-D356-5CF2C25BC500}"/>
              </a:ext>
            </a:extLst>
          </p:cNvPr>
          <p:cNvSpPr>
            <a:spLocks noGrp="1"/>
          </p:cNvSpPr>
          <p:nvPr>
            <p:ph type="ftr" sz="quarter" idx="11"/>
          </p:nvPr>
        </p:nvSpPr>
        <p:spPr/>
        <p:txBody>
          <a:bodyPr/>
          <a:lstStyle/>
          <a:p>
            <a:r>
              <a:rPr lang="en-IN"/>
              <a:t>DHIRUBHAI AMBANI UNIVERSITY</a:t>
            </a:r>
          </a:p>
        </p:txBody>
      </p:sp>
      <p:sp>
        <p:nvSpPr>
          <p:cNvPr id="5" name="Slide Number Placeholder 4">
            <a:extLst>
              <a:ext uri="{FF2B5EF4-FFF2-40B4-BE49-F238E27FC236}">
                <a16:creationId xmlns:a16="http://schemas.microsoft.com/office/drawing/2014/main" id="{13091DAE-0988-CBE8-4594-DE16038DDC3E}"/>
              </a:ext>
            </a:extLst>
          </p:cNvPr>
          <p:cNvSpPr>
            <a:spLocks noGrp="1"/>
          </p:cNvSpPr>
          <p:nvPr>
            <p:ph type="sldNum" sz="quarter" idx="12"/>
          </p:nvPr>
        </p:nvSpPr>
        <p:spPr/>
        <p:txBody>
          <a:bodyPr/>
          <a:lstStyle/>
          <a:p>
            <a:fld id="{B035404B-7E99-4F63-A61D-6FB719BCDCFF}" type="slidenum">
              <a:rPr lang="en-IN" smtClean="0"/>
              <a:t>3</a:t>
            </a:fld>
            <a:endParaRPr lang="en-IN"/>
          </a:p>
        </p:txBody>
      </p:sp>
      <p:sp>
        <p:nvSpPr>
          <p:cNvPr id="6" name="Shape 4"/>
          <p:cNvSpPr/>
          <p:nvPr/>
        </p:nvSpPr>
        <p:spPr>
          <a:xfrm>
            <a:off x="322006" y="3040379"/>
            <a:ext cx="2436434" cy="3062503"/>
          </a:xfrm>
          <a:prstGeom prst="rect">
            <a:avLst/>
          </a:prstGeom>
          <a:solidFill>
            <a:schemeClr val="tx2">
              <a:lumMod val="50000"/>
            </a:schemeClr>
          </a:solidFill>
          <a:ln w="12700">
            <a:solidFill>
              <a:srgbClr val="FF4500">
                <a:alpha val="40000"/>
              </a:srgbClr>
            </a:solidFill>
            <a:prstDash val="solid"/>
          </a:ln>
        </p:spPr>
      </p:sp>
      <p:sp>
        <p:nvSpPr>
          <p:cNvPr id="7" name="Shape 5"/>
          <p:cNvSpPr/>
          <p:nvPr/>
        </p:nvSpPr>
        <p:spPr>
          <a:xfrm>
            <a:off x="339436" y="3043698"/>
            <a:ext cx="2432850" cy="333999"/>
          </a:xfrm>
          <a:prstGeom prst="rect">
            <a:avLst/>
          </a:prstGeom>
          <a:solidFill>
            <a:schemeClr val="accent6">
              <a:lumMod val="20000"/>
              <a:lumOff val="80000"/>
            </a:schemeClr>
          </a:solidFill>
          <a:ln w="12700">
            <a:solidFill>
              <a:srgbClr val="FF4500"/>
            </a:solidFill>
            <a:prstDash val="solid"/>
          </a:ln>
        </p:spPr>
      </p:sp>
      <p:sp>
        <p:nvSpPr>
          <p:cNvPr id="8" name="Text 6"/>
          <p:cNvSpPr/>
          <p:nvPr/>
        </p:nvSpPr>
        <p:spPr>
          <a:xfrm>
            <a:off x="451588" y="3404736"/>
            <a:ext cx="2019325" cy="81829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9" name="Text 7"/>
          <p:cNvSpPr/>
          <p:nvPr/>
        </p:nvSpPr>
        <p:spPr>
          <a:xfrm>
            <a:off x="478270" y="4114800"/>
            <a:ext cx="1965960" cy="320040"/>
          </a:xfrm>
          <a:prstGeom prst="rect">
            <a:avLst/>
          </a:prstGeom>
          <a:noFill/>
          <a:ln/>
        </p:spPr>
        <p:txBody>
          <a:bodyPr wrap="square" rtlCol="0" anchor="ctr"/>
          <a:lstStyle/>
          <a:p>
            <a:pPr marL="0" indent="0" algn="ctr">
              <a:buNone/>
            </a:pPr>
            <a:r>
              <a:rPr lang="en-US" sz="1500" b="1" kern="0" spc="200" dirty="0">
                <a:solidFill>
                  <a:schemeClr val="bg1"/>
                </a:solidFill>
                <a:highlight>
                  <a:srgbClr val="FFFF00"/>
                </a:highlight>
              </a:rPr>
              <a:t>CUSTOMER</a:t>
            </a:r>
            <a:endParaRPr lang="en-US" sz="1500" dirty="0">
              <a:solidFill>
                <a:schemeClr val="bg1"/>
              </a:solidFill>
              <a:highlight>
                <a:srgbClr val="FFFF00"/>
              </a:highlight>
            </a:endParaRPr>
          </a:p>
        </p:txBody>
      </p:sp>
      <p:sp>
        <p:nvSpPr>
          <p:cNvPr id="10" name="Text 8"/>
          <p:cNvSpPr/>
          <p:nvPr/>
        </p:nvSpPr>
        <p:spPr>
          <a:xfrm>
            <a:off x="365760" y="2971800"/>
            <a:ext cx="1783080" cy="1463040"/>
          </a:xfrm>
          <a:prstGeom prst="rect">
            <a:avLst/>
          </a:prstGeom>
          <a:noFill/>
          <a:ln/>
        </p:spPr>
        <p:txBody>
          <a:bodyPr wrap="square" rtlCol="0" anchor="ctr"/>
          <a:lstStyle/>
          <a:p>
            <a:pPr marL="0" indent="0" algn="ctr">
              <a:buNone/>
            </a:pPr>
            <a:endParaRPr lang="en-US" sz="950" dirty="0"/>
          </a:p>
        </p:txBody>
      </p:sp>
      <p:sp>
        <p:nvSpPr>
          <p:cNvPr id="11" name="Shape 4">
            <a:extLst>
              <a:ext uri="{FF2B5EF4-FFF2-40B4-BE49-F238E27FC236}">
                <a16:creationId xmlns:a16="http://schemas.microsoft.com/office/drawing/2014/main" id="{9FCDDDB7-624A-4BAA-F540-A1E2A55DD57B}"/>
              </a:ext>
            </a:extLst>
          </p:cNvPr>
          <p:cNvSpPr/>
          <p:nvPr/>
        </p:nvSpPr>
        <p:spPr>
          <a:xfrm>
            <a:off x="2962760" y="3040380"/>
            <a:ext cx="2436434" cy="3062503"/>
          </a:xfrm>
          <a:prstGeom prst="rect">
            <a:avLst/>
          </a:prstGeom>
          <a:solidFill>
            <a:schemeClr val="tx2">
              <a:lumMod val="50000"/>
            </a:schemeClr>
          </a:solidFill>
          <a:ln w="12700">
            <a:solidFill>
              <a:srgbClr val="FF4500">
                <a:alpha val="40000"/>
              </a:srgbClr>
            </a:solidFill>
            <a:prstDash val="solid"/>
          </a:ln>
        </p:spPr>
      </p:sp>
      <p:sp>
        <p:nvSpPr>
          <p:cNvPr id="12" name="Shape 4">
            <a:extLst>
              <a:ext uri="{FF2B5EF4-FFF2-40B4-BE49-F238E27FC236}">
                <a16:creationId xmlns:a16="http://schemas.microsoft.com/office/drawing/2014/main" id="{B746B877-164F-5ADD-82D1-92B67524DBD3}"/>
              </a:ext>
            </a:extLst>
          </p:cNvPr>
          <p:cNvSpPr/>
          <p:nvPr/>
        </p:nvSpPr>
        <p:spPr>
          <a:xfrm>
            <a:off x="5574591" y="3040379"/>
            <a:ext cx="2436434" cy="3062503"/>
          </a:xfrm>
          <a:prstGeom prst="rect">
            <a:avLst/>
          </a:prstGeom>
          <a:solidFill>
            <a:schemeClr val="tx2">
              <a:lumMod val="50000"/>
            </a:schemeClr>
          </a:solidFill>
          <a:ln w="12700">
            <a:solidFill>
              <a:srgbClr val="FF4500">
                <a:alpha val="40000"/>
              </a:srgbClr>
            </a:solidFill>
            <a:prstDash val="solid"/>
          </a:ln>
        </p:spPr>
      </p:sp>
      <p:sp>
        <p:nvSpPr>
          <p:cNvPr id="13" name="Shape 4">
            <a:extLst>
              <a:ext uri="{FF2B5EF4-FFF2-40B4-BE49-F238E27FC236}">
                <a16:creationId xmlns:a16="http://schemas.microsoft.com/office/drawing/2014/main" id="{1C8CCD1D-52FF-6AE4-2A9F-8B4D681728CE}"/>
              </a:ext>
            </a:extLst>
          </p:cNvPr>
          <p:cNvSpPr/>
          <p:nvPr/>
        </p:nvSpPr>
        <p:spPr>
          <a:xfrm>
            <a:off x="8151830" y="3040379"/>
            <a:ext cx="2436434" cy="3062503"/>
          </a:xfrm>
          <a:prstGeom prst="rect">
            <a:avLst/>
          </a:prstGeom>
          <a:solidFill>
            <a:schemeClr val="tx2">
              <a:lumMod val="50000"/>
            </a:schemeClr>
          </a:solidFill>
          <a:ln w="12700">
            <a:solidFill>
              <a:srgbClr val="FF4500">
                <a:alpha val="40000"/>
              </a:srgbClr>
            </a:solidFill>
            <a:prstDash val="solid"/>
          </a:ln>
        </p:spPr>
      </p:sp>
      <p:sp>
        <p:nvSpPr>
          <p:cNvPr id="14" name="Shape 5">
            <a:extLst>
              <a:ext uri="{FF2B5EF4-FFF2-40B4-BE49-F238E27FC236}">
                <a16:creationId xmlns:a16="http://schemas.microsoft.com/office/drawing/2014/main" id="{B5748FE4-9BAF-CB0C-CBBA-F9D55BFF549B}"/>
              </a:ext>
            </a:extLst>
          </p:cNvPr>
          <p:cNvSpPr/>
          <p:nvPr/>
        </p:nvSpPr>
        <p:spPr>
          <a:xfrm>
            <a:off x="2966344" y="3050732"/>
            <a:ext cx="2432850" cy="326965"/>
          </a:xfrm>
          <a:prstGeom prst="rect">
            <a:avLst/>
          </a:prstGeom>
          <a:solidFill>
            <a:schemeClr val="accent6">
              <a:lumMod val="20000"/>
              <a:lumOff val="80000"/>
            </a:schemeClr>
          </a:solidFill>
          <a:ln w="12700">
            <a:solidFill>
              <a:srgbClr val="FF4500"/>
            </a:solidFill>
            <a:prstDash val="solid"/>
          </a:ln>
        </p:spPr>
      </p:sp>
      <p:sp>
        <p:nvSpPr>
          <p:cNvPr id="15" name="Shape 5">
            <a:extLst>
              <a:ext uri="{FF2B5EF4-FFF2-40B4-BE49-F238E27FC236}">
                <a16:creationId xmlns:a16="http://schemas.microsoft.com/office/drawing/2014/main" id="{787896B5-EE09-6264-B708-6C95916D8330}"/>
              </a:ext>
            </a:extLst>
          </p:cNvPr>
          <p:cNvSpPr/>
          <p:nvPr/>
        </p:nvSpPr>
        <p:spPr>
          <a:xfrm>
            <a:off x="5574591" y="3070737"/>
            <a:ext cx="2432850" cy="333999"/>
          </a:xfrm>
          <a:prstGeom prst="rect">
            <a:avLst/>
          </a:prstGeom>
          <a:solidFill>
            <a:schemeClr val="accent6">
              <a:lumMod val="20000"/>
              <a:lumOff val="80000"/>
            </a:schemeClr>
          </a:solidFill>
          <a:ln w="12700">
            <a:solidFill>
              <a:srgbClr val="FF4500"/>
            </a:solidFill>
            <a:prstDash val="solid"/>
          </a:ln>
        </p:spPr>
      </p:sp>
      <p:sp>
        <p:nvSpPr>
          <p:cNvPr id="16" name="Shape 5">
            <a:extLst>
              <a:ext uri="{FF2B5EF4-FFF2-40B4-BE49-F238E27FC236}">
                <a16:creationId xmlns:a16="http://schemas.microsoft.com/office/drawing/2014/main" id="{D715A97C-382C-B4A0-8F11-0BA590E04263}"/>
              </a:ext>
            </a:extLst>
          </p:cNvPr>
          <p:cNvSpPr/>
          <p:nvPr/>
        </p:nvSpPr>
        <p:spPr>
          <a:xfrm>
            <a:off x="8171591" y="3040379"/>
            <a:ext cx="2432850" cy="337318"/>
          </a:xfrm>
          <a:prstGeom prst="rect">
            <a:avLst/>
          </a:prstGeom>
          <a:solidFill>
            <a:schemeClr val="accent6">
              <a:lumMod val="20000"/>
              <a:lumOff val="80000"/>
            </a:schemeClr>
          </a:solidFill>
          <a:ln w="12700">
            <a:solidFill>
              <a:srgbClr val="FF4500"/>
            </a:solidFill>
            <a:prstDash val="solid"/>
          </a:ln>
        </p:spPr>
      </p:sp>
      <p:sp>
        <p:nvSpPr>
          <p:cNvPr id="17" name="Text 11">
            <a:extLst>
              <a:ext uri="{FF2B5EF4-FFF2-40B4-BE49-F238E27FC236}">
                <a16:creationId xmlns:a16="http://schemas.microsoft.com/office/drawing/2014/main" id="{8490652C-4401-2B75-937E-BBD7F0C4650F}"/>
              </a:ext>
            </a:extLst>
          </p:cNvPr>
          <p:cNvSpPr/>
          <p:nvPr/>
        </p:nvSpPr>
        <p:spPr>
          <a:xfrm>
            <a:off x="3151778" y="3539561"/>
            <a:ext cx="1965960" cy="54864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8" name="Text 16">
            <a:extLst>
              <a:ext uri="{FF2B5EF4-FFF2-40B4-BE49-F238E27FC236}">
                <a16:creationId xmlns:a16="http://schemas.microsoft.com/office/drawing/2014/main" id="{568F8346-DB10-22CD-C3AE-21F0F1466B32}"/>
              </a:ext>
            </a:extLst>
          </p:cNvPr>
          <p:cNvSpPr/>
          <p:nvPr/>
        </p:nvSpPr>
        <p:spPr>
          <a:xfrm>
            <a:off x="5760775" y="3490522"/>
            <a:ext cx="1965960" cy="54864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9" name="Text 21">
            <a:extLst>
              <a:ext uri="{FF2B5EF4-FFF2-40B4-BE49-F238E27FC236}">
                <a16:creationId xmlns:a16="http://schemas.microsoft.com/office/drawing/2014/main" id="{AAB14B7C-0ACB-1A6B-F2EB-7BFCB00B8699}"/>
              </a:ext>
            </a:extLst>
          </p:cNvPr>
          <p:cNvSpPr/>
          <p:nvPr/>
        </p:nvSpPr>
        <p:spPr>
          <a:xfrm>
            <a:off x="8386580" y="3539561"/>
            <a:ext cx="1965960" cy="54864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20" name="Text 7">
            <a:extLst>
              <a:ext uri="{FF2B5EF4-FFF2-40B4-BE49-F238E27FC236}">
                <a16:creationId xmlns:a16="http://schemas.microsoft.com/office/drawing/2014/main" id="{5D456BD7-1C7F-78FC-4C7D-571ABC5621C4}"/>
              </a:ext>
            </a:extLst>
          </p:cNvPr>
          <p:cNvSpPr/>
          <p:nvPr/>
        </p:nvSpPr>
        <p:spPr>
          <a:xfrm>
            <a:off x="3194255" y="4114800"/>
            <a:ext cx="1965960" cy="320040"/>
          </a:xfrm>
          <a:prstGeom prst="rect">
            <a:avLst/>
          </a:prstGeom>
          <a:noFill/>
          <a:ln/>
        </p:spPr>
        <p:txBody>
          <a:bodyPr wrap="square" rtlCol="0" anchor="ctr"/>
          <a:lstStyle/>
          <a:p>
            <a:pPr marL="0" indent="0" algn="ctr">
              <a:buNone/>
            </a:pPr>
            <a:r>
              <a:rPr lang="en-US" sz="1500" b="1" kern="0" spc="200" dirty="0">
                <a:solidFill>
                  <a:schemeClr val="bg1"/>
                </a:solidFill>
                <a:highlight>
                  <a:srgbClr val="FFFF00"/>
                </a:highlight>
              </a:rPr>
              <a:t>RESTAURANT</a:t>
            </a:r>
            <a:endParaRPr lang="en-US" sz="1500" dirty="0">
              <a:solidFill>
                <a:schemeClr val="bg1"/>
              </a:solidFill>
              <a:highlight>
                <a:srgbClr val="FFFF00"/>
              </a:highlight>
            </a:endParaRPr>
          </a:p>
        </p:txBody>
      </p:sp>
      <p:sp>
        <p:nvSpPr>
          <p:cNvPr id="21" name="Text 7">
            <a:extLst>
              <a:ext uri="{FF2B5EF4-FFF2-40B4-BE49-F238E27FC236}">
                <a16:creationId xmlns:a16="http://schemas.microsoft.com/office/drawing/2014/main" id="{3D89D84D-8EAC-FB59-0338-C1E4565B5412}"/>
              </a:ext>
            </a:extLst>
          </p:cNvPr>
          <p:cNvSpPr/>
          <p:nvPr/>
        </p:nvSpPr>
        <p:spPr>
          <a:xfrm>
            <a:off x="5817243" y="4114800"/>
            <a:ext cx="1965960" cy="320040"/>
          </a:xfrm>
          <a:prstGeom prst="rect">
            <a:avLst/>
          </a:prstGeom>
          <a:noFill/>
          <a:ln/>
        </p:spPr>
        <p:txBody>
          <a:bodyPr wrap="square" rtlCol="0" anchor="ctr"/>
          <a:lstStyle/>
          <a:p>
            <a:pPr marL="0" indent="0" algn="ctr">
              <a:buNone/>
            </a:pPr>
            <a:r>
              <a:rPr lang="en-US" sz="1500" b="1" kern="0" spc="200" dirty="0">
                <a:solidFill>
                  <a:schemeClr val="bg1"/>
                </a:solidFill>
                <a:highlight>
                  <a:srgbClr val="FFFF00"/>
                </a:highlight>
              </a:rPr>
              <a:t>DELIVERY</a:t>
            </a:r>
            <a:endParaRPr lang="en-US" sz="1500" dirty="0">
              <a:solidFill>
                <a:schemeClr val="bg1"/>
              </a:solidFill>
              <a:highlight>
                <a:srgbClr val="FFFF00"/>
              </a:highlight>
            </a:endParaRPr>
          </a:p>
        </p:txBody>
      </p:sp>
      <p:sp>
        <p:nvSpPr>
          <p:cNvPr id="22" name="Text 7">
            <a:extLst>
              <a:ext uri="{FF2B5EF4-FFF2-40B4-BE49-F238E27FC236}">
                <a16:creationId xmlns:a16="http://schemas.microsoft.com/office/drawing/2014/main" id="{5093DC68-BCE9-79ED-166F-7B72869FD2F0}"/>
              </a:ext>
            </a:extLst>
          </p:cNvPr>
          <p:cNvSpPr/>
          <p:nvPr/>
        </p:nvSpPr>
        <p:spPr>
          <a:xfrm>
            <a:off x="8441036" y="4114800"/>
            <a:ext cx="1965960" cy="320040"/>
          </a:xfrm>
          <a:prstGeom prst="rect">
            <a:avLst/>
          </a:prstGeom>
          <a:noFill/>
          <a:ln/>
        </p:spPr>
        <p:txBody>
          <a:bodyPr wrap="square" rtlCol="0" anchor="ctr"/>
          <a:lstStyle/>
          <a:p>
            <a:pPr marL="0" indent="0" algn="ctr">
              <a:buNone/>
            </a:pPr>
            <a:r>
              <a:rPr lang="en-US" sz="1500" b="1" kern="0" spc="200" dirty="0">
                <a:solidFill>
                  <a:schemeClr val="bg1"/>
                </a:solidFill>
                <a:highlight>
                  <a:srgbClr val="FFFF00"/>
                </a:highlight>
              </a:rPr>
              <a:t>ADMIN</a:t>
            </a:r>
            <a:endParaRPr lang="en-US" sz="1500" dirty="0">
              <a:solidFill>
                <a:schemeClr val="bg1"/>
              </a:solidFill>
              <a:highlight>
                <a:srgbClr val="FFFF00"/>
              </a:highlight>
            </a:endParaRPr>
          </a:p>
        </p:txBody>
      </p:sp>
      <p:sp>
        <p:nvSpPr>
          <p:cNvPr id="23" name="Text 8">
            <a:extLst>
              <a:ext uri="{FF2B5EF4-FFF2-40B4-BE49-F238E27FC236}">
                <a16:creationId xmlns:a16="http://schemas.microsoft.com/office/drawing/2014/main" id="{1042AD80-6DAA-3B19-28BD-A31D0E3502F3}"/>
              </a:ext>
            </a:extLst>
          </p:cNvPr>
          <p:cNvSpPr/>
          <p:nvPr/>
        </p:nvSpPr>
        <p:spPr>
          <a:xfrm>
            <a:off x="463865" y="4325543"/>
            <a:ext cx="2126526" cy="1638721"/>
          </a:xfrm>
          <a:prstGeom prst="rect">
            <a:avLst/>
          </a:prstGeom>
          <a:noFill/>
          <a:ln/>
        </p:spPr>
        <p:txBody>
          <a:bodyPr wrap="square" rtlCol="0" anchor="ctr"/>
          <a:lstStyle/>
          <a:p>
            <a:pPr marL="0" indent="0" algn="ctr">
              <a:buNone/>
            </a:pPr>
            <a:r>
              <a:rPr lang="en-US" sz="1500" b="1" dirty="0"/>
              <a:t>Browse, order, track &amp; review — all in one seamless journey</a:t>
            </a:r>
          </a:p>
        </p:txBody>
      </p:sp>
      <p:sp>
        <p:nvSpPr>
          <p:cNvPr id="24" name="Text 8">
            <a:extLst>
              <a:ext uri="{FF2B5EF4-FFF2-40B4-BE49-F238E27FC236}">
                <a16:creationId xmlns:a16="http://schemas.microsoft.com/office/drawing/2014/main" id="{A09E8374-0F30-A7C2-8FDC-D0037F8C5490}"/>
              </a:ext>
            </a:extLst>
          </p:cNvPr>
          <p:cNvSpPr/>
          <p:nvPr/>
        </p:nvSpPr>
        <p:spPr>
          <a:xfrm>
            <a:off x="3103252" y="4352582"/>
            <a:ext cx="2126526" cy="1638721"/>
          </a:xfrm>
          <a:prstGeom prst="rect">
            <a:avLst/>
          </a:prstGeom>
          <a:noFill/>
          <a:ln/>
        </p:spPr>
        <p:txBody>
          <a:bodyPr wrap="square" rtlCol="0" anchor="ctr"/>
          <a:lstStyle/>
          <a:p>
            <a:pPr algn="ctr"/>
            <a:r>
              <a:rPr lang="en-US" sz="1500" b="1" dirty="0"/>
              <a:t>Manage menus, accept orders &amp; grow with real-time analytics</a:t>
            </a:r>
          </a:p>
        </p:txBody>
      </p:sp>
      <p:sp>
        <p:nvSpPr>
          <p:cNvPr id="25" name="Text 8">
            <a:extLst>
              <a:ext uri="{FF2B5EF4-FFF2-40B4-BE49-F238E27FC236}">
                <a16:creationId xmlns:a16="http://schemas.microsoft.com/office/drawing/2014/main" id="{B5C1427A-E306-739B-7984-056D761F4286}"/>
              </a:ext>
            </a:extLst>
          </p:cNvPr>
          <p:cNvSpPr/>
          <p:nvPr/>
        </p:nvSpPr>
        <p:spPr>
          <a:xfrm>
            <a:off x="8253677" y="4374334"/>
            <a:ext cx="2126526" cy="1638721"/>
          </a:xfrm>
          <a:prstGeom prst="rect">
            <a:avLst/>
          </a:prstGeom>
          <a:noFill/>
          <a:ln/>
        </p:spPr>
        <p:txBody>
          <a:bodyPr wrap="square" rtlCol="0" anchor="ctr"/>
          <a:lstStyle/>
          <a:p>
            <a:pPr algn="ctr"/>
            <a:r>
              <a:rPr lang="en-US" sz="1500" b="1" dirty="0"/>
              <a:t>Oversee users, approvals, campaigns &amp; platform health</a:t>
            </a:r>
          </a:p>
        </p:txBody>
      </p:sp>
      <p:sp>
        <p:nvSpPr>
          <p:cNvPr id="26" name="Text 8">
            <a:extLst>
              <a:ext uri="{FF2B5EF4-FFF2-40B4-BE49-F238E27FC236}">
                <a16:creationId xmlns:a16="http://schemas.microsoft.com/office/drawing/2014/main" id="{87AE84A3-E67C-0FE7-AFB6-D397803EEF66}"/>
              </a:ext>
            </a:extLst>
          </p:cNvPr>
          <p:cNvSpPr/>
          <p:nvPr/>
        </p:nvSpPr>
        <p:spPr>
          <a:xfrm>
            <a:off x="5669568" y="4352582"/>
            <a:ext cx="2126526" cy="1638721"/>
          </a:xfrm>
          <a:prstGeom prst="rect">
            <a:avLst/>
          </a:prstGeom>
          <a:noFill/>
          <a:ln/>
        </p:spPr>
        <p:txBody>
          <a:bodyPr wrap="square" rtlCol="0" anchor="ctr"/>
          <a:lstStyle/>
          <a:p>
            <a:pPr algn="ctr"/>
            <a:r>
              <a:rPr lang="en-US" sz="1500" b="1" dirty="0"/>
              <a:t>Navigate routes, track earnings &amp; manage availability on the go</a:t>
            </a:r>
          </a:p>
        </p:txBody>
      </p:sp>
    </p:spTree>
    <p:extLst>
      <p:ext uri="{BB962C8B-B14F-4D97-AF65-F5344CB8AC3E}">
        <p14:creationId xmlns:p14="http://schemas.microsoft.com/office/powerpoint/2010/main" val="33618571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9E49A31-6DD9-D0CE-EB4E-216E264BE309}"/>
              </a:ext>
            </a:extLst>
          </p:cNvPr>
          <p:cNvSpPr>
            <a:spLocks noGrp="1"/>
          </p:cNvSpPr>
          <p:nvPr>
            <p:ph type="ftr" sz="quarter" idx="11"/>
          </p:nvPr>
        </p:nvSpPr>
        <p:spPr/>
        <p:txBody>
          <a:bodyPr/>
          <a:lstStyle/>
          <a:p>
            <a:r>
              <a:rPr lang="en-IN"/>
              <a:t>DHIRUBHAI AMBANI UNIVERSITY</a:t>
            </a:r>
          </a:p>
        </p:txBody>
      </p:sp>
      <p:sp>
        <p:nvSpPr>
          <p:cNvPr id="5" name="Slide Number Placeholder 4">
            <a:extLst>
              <a:ext uri="{FF2B5EF4-FFF2-40B4-BE49-F238E27FC236}">
                <a16:creationId xmlns:a16="http://schemas.microsoft.com/office/drawing/2014/main" id="{CFAB69D0-C3AB-3095-158D-74DDD4F373FD}"/>
              </a:ext>
            </a:extLst>
          </p:cNvPr>
          <p:cNvSpPr>
            <a:spLocks noGrp="1"/>
          </p:cNvSpPr>
          <p:nvPr>
            <p:ph type="sldNum" sz="quarter" idx="12"/>
          </p:nvPr>
        </p:nvSpPr>
        <p:spPr/>
        <p:txBody>
          <a:bodyPr/>
          <a:lstStyle/>
          <a:p>
            <a:fld id="{B035404B-7E99-4F63-A61D-6FB719BCDCFF}" type="slidenum">
              <a:rPr lang="en-IN" smtClean="0"/>
              <a:t>4</a:t>
            </a:fld>
            <a:endParaRPr lang="en-IN"/>
          </a:p>
        </p:txBody>
      </p:sp>
      <p:sp>
        <p:nvSpPr>
          <p:cNvPr id="7" name="TextBox 6">
            <a:extLst>
              <a:ext uri="{FF2B5EF4-FFF2-40B4-BE49-F238E27FC236}">
                <a16:creationId xmlns:a16="http://schemas.microsoft.com/office/drawing/2014/main" id="{215AEA1A-9AFE-850E-F5AF-C08512B78DB2}"/>
              </a:ext>
            </a:extLst>
          </p:cNvPr>
          <p:cNvSpPr txBox="1"/>
          <p:nvPr/>
        </p:nvSpPr>
        <p:spPr>
          <a:xfrm>
            <a:off x="501445" y="216310"/>
            <a:ext cx="5466736" cy="630942"/>
          </a:xfrm>
          <a:prstGeom prst="rect">
            <a:avLst/>
          </a:prstGeom>
          <a:noFill/>
        </p:spPr>
        <p:txBody>
          <a:bodyPr wrap="square" rtlCol="0">
            <a:spAutoFit/>
          </a:bodyPr>
          <a:lstStyle/>
          <a:p>
            <a:r>
              <a:rPr lang="en-US" sz="3500" b="1" dirty="0"/>
              <a:t>USER STORIES</a:t>
            </a:r>
            <a:endParaRPr lang="en-IN" sz="3500" b="1" dirty="0"/>
          </a:p>
        </p:txBody>
      </p:sp>
      <p:grpSp>
        <p:nvGrpSpPr>
          <p:cNvPr id="8" name="Group 7">
            <a:extLst>
              <a:ext uri="{FF2B5EF4-FFF2-40B4-BE49-F238E27FC236}">
                <a16:creationId xmlns:a16="http://schemas.microsoft.com/office/drawing/2014/main" id="{9E90098D-5DA9-D5BD-8166-36A805F1BC58}"/>
              </a:ext>
            </a:extLst>
          </p:cNvPr>
          <p:cNvGrpSpPr/>
          <p:nvPr/>
        </p:nvGrpSpPr>
        <p:grpSpPr>
          <a:xfrm>
            <a:off x="501444" y="943897"/>
            <a:ext cx="9851096" cy="5618374"/>
            <a:chOff x="109728" y="987552"/>
            <a:chExt cx="8997696" cy="3822192"/>
          </a:xfrm>
        </p:grpSpPr>
        <p:sp>
          <p:nvSpPr>
            <p:cNvPr id="9" name="Shape 5">
              <a:extLst>
                <a:ext uri="{FF2B5EF4-FFF2-40B4-BE49-F238E27FC236}">
                  <a16:creationId xmlns:a16="http://schemas.microsoft.com/office/drawing/2014/main" id="{884134B6-C942-7B3E-6E89-52F4F82AA747}"/>
                </a:ext>
              </a:extLst>
            </p:cNvPr>
            <p:cNvSpPr/>
            <p:nvPr/>
          </p:nvSpPr>
          <p:spPr>
            <a:xfrm>
              <a:off x="109728" y="987552"/>
              <a:ext cx="8924544" cy="347472"/>
            </a:xfrm>
            <a:prstGeom prst="rect">
              <a:avLst/>
            </a:prstGeom>
            <a:solidFill>
              <a:srgbClr val="FF4500"/>
            </a:solidFill>
            <a:ln w="12700">
              <a:solidFill>
                <a:srgbClr val="FF4500"/>
              </a:solidFill>
              <a:prstDash val="solid"/>
            </a:ln>
          </p:spPr>
        </p:sp>
        <p:sp>
          <p:nvSpPr>
            <p:cNvPr id="10" name="Text 6">
              <a:extLst>
                <a:ext uri="{FF2B5EF4-FFF2-40B4-BE49-F238E27FC236}">
                  <a16:creationId xmlns:a16="http://schemas.microsoft.com/office/drawing/2014/main" id="{F0A9B13F-FA0F-DDD7-2FC3-C7359BE44928}"/>
                </a:ext>
              </a:extLst>
            </p:cNvPr>
            <p:cNvSpPr/>
            <p:nvPr/>
          </p:nvSpPr>
          <p:spPr>
            <a:xfrm>
              <a:off x="182880" y="987552"/>
              <a:ext cx="749808" cy="347472"/>
            </a:xfrm>
            <a:prstGeom prst="rect">
              <a:avLst/>
            </a:prstGeom>
            <a:noFill/>
            <a:ln/>
          </p:spPr>
          <p:txBody>
            <a:bodyPr wrap="square" lIns="0" tIns="0" rIns="0" bIns="0" rtlCol="0" anchor="ctr"/>
            <a:lstStyle/>
            <a:p>
              <a:pPr marL="0" indent="0">
                <a:buNone/>
              </a:pPr>
              <a:r>
                <a:rPr lang="en-US" sz="1300" b="1" dirty="0">
                  <a:solidFill>
                    <a:srgbClr val="FFFFFF"/>
                  </a:solidFill>
                </a:rPr>
                <a:t>ID</a:t>
              </a:r>
              <a:endParaRPr lang="en-US" sz="1300" b="1" dirty="0"/>
            </a:p>
          </p:txBody>
        </p:sp>
        <p:sp>
          <p:nvSpPr>
            <p:cNvPr id="71" name="Text 7">
              <a:extLst>
                <a:ext uri="{FF2B5EF4-FFF2-40B4-BE49-F238E27FC236}">
                  <a16:creationId xmlns:a16="http://schemas.microsoft.com/office/drawing/2014/main" id="{B6A142BC-3BDA-B470-FF69-F0DB0F1B7872}"/>
                </a:ext>
              </a:extLst>
            </p:cNvPr>
            <p:cNvSpPr/>
            <p:nvPr/>
          </p:nvSpPr>
          <p:spPr>
            <a:xfrm>
              <a:off x="950976" y="987552"/>
              <a:ext cx="4919472" cy="347472"/>
            </a:xfrm>
            <a:prstGeom prst="rect">
              <a:avLst/>
            </a:prstGeom>
            <a:noFill/>
            <a:ln/>
          </p:spPr>
          <p:txBody>
            <a:bodyPr wrap="square" lIns="0" tIns="0" rIns="0" bIns="0" rtlCol="0" anchor="ctr"/>
            <a:lstStyle/>
            <a:p>
              <a:pPr marL="0" indent="0">
                <a:buNone/>
              </a:pPr>
              <a:r>
                <a:rPr lang="en-US" sz="1300" b="1" dirty="0">
                  <a:solidFill>
                    <a:srgbClr val="FFFFFF"/>
                  </a:solidFill>
                </a:rPr>
                <a:t>As a user, I want to...</a:t>
              </a:r>
              <a:endParaRPr lang="en-US" sz="1300" b="1" dirty="0"/>
            </a:p>
          </p:txBody>
        </p:sp>
        <p:sp>
          <p:nvSpPr>
            <p:cNvPr id="72" name="Text 8">
              <a:extLst>
                <a:ext uri="{FF2B5EF4-FFF2-40B4-BE49-F238E27FC236}">
                  <a16:creationId xmlns:a16="http://schemas.microsoft.com/office/drawing/2014/main" id="{91243AE5-D552-73E2-8454-F9243A6E23E6}"/>
                </a:ext>
              </a:extLst>
            </p:cNvPr>
            <p:cNvSpPr/>
            <p:nvPr/>
          </p:nvSpPr>
          <p:spPr>
            <a:xfrm>
              <a:off x="5888736" y="987552"/>
              <a:ext cx="3218688" cy="347472"/>
            </a:xfrm>
            <a:prstGeom prst="rect">
              <a:avLst/>
            </a:prstGeom>
            <a:noFill/>
            <a:ln/>
          </p:spPr>
          <p:txBody>
            <a:bodyPr wrap="square" lIns="0" tIns="0" rIns="0" bIns="0" rtlCol="0" anchor="ctr"/>
            <a:lstStyle/>
            <a:p>
              <a:pPr marL="0" indent="0">
                <a:buNone/>
              </a:pPr>
              <a:r>
                <a:rPr lang="en-US" sz="1300" b="1" dirty="0">
                  <a:solidFill>
                    <a:srgbClr val="FFFFFF"/>
                  </a:solidFill>
                </a:rPr>
                <a:t>So that...</a:t>
              </a:r>
              <a:endParaRPr lang="en-US" sz="1300" b="1" dirty="0"/>
            </a:p>
          </p:txBody>
        </p:sp>
        <p:sp>
          <p:nvSpPr>
            <p:cNvPr id="73" name="Shape 9">
              <a:extLst>
                <a:ext uri="{FF2B5EF4-FFF2-40B4-BE49-F238E27FC236}">
                  <a16:creationId xmlns:a16="http://schemas.microsoft.com/office/drawing/2014/main" id="{2B264619-2408-974D-5887-685E6039EB83}"/>
                </a:ext>
              </a:extLst>
            </p:cNvPr>
            <p:cNvSpPr/>
            <p:nvPr/>
          </p:nvSpPr>
          <p:spPr>
            <a:xfrm>
              <a:off x="109728" y="1335024"/>
              <a:ext cx="8924544" cy="347472"/>
            </a:xfrm>
            <a:prstGeom prst="rect">
              <a:avLst/>
            </a:prstGeom>
            <a:solidFill>
              <a:srgbClr val="FFFFFF"/>
            </a:solidFill>
            <a:ln w="12700">
              <a:solidFill>
                <a:srgbClr val="E0D0C8"/>
              </a:solidFill>
              <a:prstDash val="solid"/>
            </a:ln>
          </p:spPr>
        </p:sp>
        <p:sp>
          <p:nvSpPr>
            <p:cNvPr id="74" name="Shape 10">
              <a:extLst>
                <a:ext uri="{FF2B5EF4-FFF2-40B4-BE49-F238E27FC236}">
                  <a16:creationId xmlns:a16="http://schemas.microsoft.com/office/drawing/2014/main" id="{A2B301A3-6FFC-28FC-1820-6F582C9F8144}"/>
                </a:ext>
              </a:extLst>
            </p:cNvPr>
            <p:cNvSpPr/>
            <p:nvPr/>
          </p:nvSpPr>
          <p:spPr>
            <a:xfrm>
              <a:off x="859536" y="1335024"/>
              <a:ext cx="18288" cy="347472"/>
            </a:xfrm>
            <a:prstGeom prst="rect">
              <a:avLst/>
            </a:prstGeom>
            <a:solidFill>
              <a:srgbClr val="D0C0B8"/>
            </a:solidFill>
            <a:ln w="12700">
              <a:solidFill>
                <a:srgbClr val="D0C0B8"/>
              </a:solidFill>
              <a:prstDash val="solid"/>
            </a:ln>
          </p:spPr>
        </p:sp>
        <p:sp>
          <p:nvSpPr>
            <p:cNvPr id="75" name="Shape 11">
              <a:extLst>
                <a:ext uri="{FF2B5EF4-FFF2-40B4-BE49-F238E27FC236}">
                  <a16:creationId xmlns:a16="http://schemas.microsoft.com/office/drawing/2014/main" id="{4959FEC9-C5B4-CAC5-967C-B8B5B13A1F4F}"/>
                </a:ext>
              </a:extLst>
            </p:cNvPr>
            <p:cNvSpPr/>
            <p:nvPr/>
          </p:nvSpPr>
          <p:spPr>
            <a:xfrm>
              <a:off x="5797296" y="1335024"/>
              <a:ext cx="18288" cy="347472"/>
            </a:xfrm>
            <a:prstGeom prst="rect">
              <a:avLst/>
            </a:prstGeom>
            <a:solidFill>
              <a:srgbClr val="D0C0B8"/>
            </a:solidFill>
            <a:ln w="12700">
              <a:solidFill>
                <a:srgbClr val="D0C0B8"/>
              </a:solidFill>
              <a:prstDash val="solid"/>
            </a:ln>
          </p:spPr>
        </p:sp>
        <p:sp>
          <p:nvSpPr>
            <p:cNvPr id="76" name="Text 12">
              <a:extLst>
                <a:ext uri="{FF2B5EF4-FFF2-40B4-BE49-F238E27FC236}">
                  <a16:creationId xmlns:a16="http://schemas.microsoft.com/office/drawing/2014/main" id="{D780045E-5343-6123-53C3-7924869DE572}"/>
                </a:ext>
              </a:extLst>
            </p:cNvPr>
            <p:cNvSpPr/>
            <p:nvPr/>
          </p:nvSpPr>
          <p:spPr>
            <a:xfrm>
              <a:off x="201168" y="1353312"/>
              <a:ext cx="658368" cy="310896"/>
            </a:xfrm>
            <a:prstGeom prst="rect">
              <a:avLst/>
            </a:prstGeom>
            <a:noFill/>
            <a:ln/>
          </p:spPr>
          <p:txBody>
            <a:bodyPr wrap="square" lIns="0" tIns="0" rIns="0" bIns="0" rtlCol="0" anchor="ctr"/>
            <a:lstStyle/>
            <a:p>
              <a:pPr marL="0" indent="0">
                <a:buNone/>
              </a:pPr>
              <a:r>
                <a:rPr lang="en-US" sz="1300" b="1" dirty="0">
                  <a:solidFill>
                    <a:srgbClr val="FF4500"/>
                  </a:solidFill>
                </a:rPr>
                <a:t>US001</a:t>
              </a:r>
              <a:endParaRPr lang="en-US" sz="1300" b="1" dirty="0"/>
            </a:p>
          </p:txBody>
        </p:sp>
        <p:sp>
          <p:nvSpPr>
            <p:cNvPr id="77" name="Text 13">
              <a:extLst>
                <a:ext uri="{FF2B5EF4-FFF2-40B4-BE49-F238E27FC236}">
                  <a16:creationId xmlns:a16="http://schemas.microsoft.com/office/drawing/2014/main" id="{8EFB0319-DE1E-214C-4982-35A2DB1F7610}"/>
                </a:ext>
              </a:extLst>
            </p:cNvPr>
            <p:cNvSpPr/>
            <p:nvPr/>
          </p:nvSpPr>
          <p:spPr>
            <a:xfrm>
              <a:off x="950976" y="1353312"/>
              <a:ext cx="4828032" cy="310896"/>
            </a:xfrm>
            <a:prstGeom prst="rect">
              <a:avLst/>
            </a:prstGeom>
            <a:noFill/>
            <a:ln/>
          </p:spPr>
          <p:txBody>
            <a:bodyPr wrap="square" lIns="0" tIns="0" rIns="0" bIns="0" rtlCol="0" anchor="ctr"/>
            <a:lstStyle/>
            <a:p>
              <a:pPr marL="0" indent="0">
                <a:buNone/>
              </a:pPr>
              <a:r>
                <a:rPr lang="en-US" sz="1300" b="1" dirty="0">
                  <a:solidFill>
                    <a:srgbClr val="222222"/>
                  </a:solidFill>
                </a:rPr>
                <a:t>Register using mobile number or email</a:t>
              </a:r>
              <a:endParaRPr lang="en-US" sz="1300" b="1" dirty="0"/>
            </a:p>
          </p:txBody>
        </p:sp>
        <p:sp>
          <p:nvSpPr>
            <p:cNvPr id="78" name="Text 14">
              <a:extLst>
                <a:ext uri="{FF2B5EF4-FFF2-40B4-BE49-F238E27FC236}">
                  <a16:creationId xmlns:a16="http://schemas.microsoft.com/office/drawing/2014/main" id="{4E7B8BD4-DB4E-5FBE-CD00-12F7DC87F76F}"/>
                </a:ext>
              </a:extLst>
            </p:cNvPr>
            <p:cNvSpPr/>
            <p:nvPr/>
          </p:nvSpPr>
          <p:spPr>
            <a:xfrm>
              <a:off x="5888736" y="1353312"/>
              <a:ext cx="3127248" cy="310896"/>
            </a:xfrm>
            <a:prstGeom prst="rect">
              <a:avLst/>
            </a:prstGeom>
            <a:noFill/>
            <a:ln/>
          </p:spPr>
          <p:txBody>
            <a:bodyPr wrap="square" lIns="0" tIns="0" rIns="0" bIns="0" rtlCol="0" anchor="ctr"/>
            <a:lstStyle/>
            <a:p>
              <a:pPr marL="0" indent="0">
                <a:buNone/>
              </a:pPr>
              <a:r>
                <a:rPr lang="en-US" sz="1300" b="1" i="1" dirty="0">
                  <a:solidFill>
                    <a:srgbClr val="555555"/>
                  </a:solidFill>
                </a:rPr>
                <a:t>I can securely access the platform</a:t>
              </a:r>
              <a:endParaRPr lang="en-US" sz="1300" b="1" dirty="0"/>
            </a:p>
          </p:txBody>
        </p:sp>
        <p:sp>
          <p:nvSpPr>
            <p:cNvPr id="79" name="Shape 15">
              <a:extLst>
                <a:ext uri="{FF2B5EF4-FFF2-40B4-BE49-F238E27FC236}">
                  <a16:creationId xmlns:a16="http://schemas.microsoft.com/office/drawing/2014/main" id="{646A976A-03C8-4308-FEDA-3D2F98FC1669}"/>
                </a:ext>
              </a:extLst>
            </p:cNvPr>
            <p:cNvSpPr/>
            <p:nvPr/>
          </p:nvSpPr>
          <p:spPr>
            <a:xfrm>
              <a:off x="109728" y="1682496"/>
              <a:ext cx="8924544" cy="347472"/>
            </a:xfrm>
            <a:prstGeom prst="rect">
              <a:avLst/>
            </a:prstGeom>
            <a:solidFill>
              <a:srgbClr val="FFF0E8"/>
            </a:solidFill>
            <a:ln w="12700">
              <a:solidFill>
                <a:srgbClr val="E0D0C8"/>
              </a:solidFill>
              <a:prstDash val="solid"/>
            </a:ln>
          </p:spPr>
        </p:sp>
        <p:sp>
          <p:nvSpPr>
            <p:cNvPr id="80" name="Shape 16">
              <a:extLst>
                <a:ext uri="{FF2B5EF4-FFF2-40B4-BE49-F238E27FC236}">
                  <a16:creationId xmlns:a16="http://schemas.microsoft.com/office/drawing/2014/main" id="{EBD9AD5B-2BB7-09D3-0B95-878D32D287B1}"/>
                </a:ext>
              </a:extLst>
            </p:cNvPr>
            <p:cNvSpPr/>
            <p:nvPr/>
          </p:nvSpPr>
          <p:spPr>
            <a:xfrm>
              <a:off x="859536" y="1682496"/>
              <a:ext cx="18288" cy="347472"/>
            </a:xfrm>
            <a:prstGeom prst="rect">
              <a:avLst/>
            </a:prstGeom>
            <a:solidFill>
              <a:srgbClr val="D0C0B8"/>
            </a:solidFill>
            <a:ln w="12700">
              <a:solidFill>
                <a:srgbClr val="D0C0B8"/>
              </a:solidFill>
              <a:prstDash val="solid"/>
            </a:ln>
          </p:spPr>
        </p:sp>
        <p:sp>
          <p:nvSpPr>
            <p:cNvPr id="81" name="Shape 17">
              <a:extLst>
                <a:ext uri="{FF2B5EF4-FFF2-40B4-BE49-F238E27FC236}">
                  <a16:creationId xmlns:a16="http://schemas.microsoft.com/office/drawing/2014/main" id="{CD16188C-E4F8-DAE1-02B6-97E0FF657E78}"/>
                </a:ext>
              </a:extLst>
            </p:cNvPr>
            <p:cNvSpPr/>
            <p:nvPr/>
          </p:nvSpPr>
          <p:spPr>
            <a:xfrm>
              <a:off x="5797296" y="1682496"/>
              <a:ext cx="18288" cy="347472"/>
            </a:xfrm>
            <a:prstGeom prst="rect">
              <a:avLst/>
            </a:prstGeom>
            <a:solidFill>
              <a:srgbClr val="D0C0B8"/>
            </a:solidFill>
            <a:ln w="12700">
              <a:solidFill>
                <a:srgbClr val="D0C0B8"/>
              </a:solidFill>
              <a:prstDash val="solid"/>
            </a:ln>
          </p:spPr>
        </p:sp>
        <p:sp>
          <p:nvSpPr>
            <p:cNvPr id="82" name="Text 18">
              <a:extLst>
                <a:ext uri="{FF2B5EF4-FFF2-40B4-BE49-F238E27FC236}">
                  <a16:creationId xmlns:a16="http://schemas.microsoft.com/office/drawing/2014/main" id="{157D05D0-3EC1-E461-AE23-0C046A252282}"/>
                </a:ext>
              </a:extLst>
            </p:cNvPr>
            <p:cNvSpPr/>
            <p:nvPr/>
          </p:nvSpPr>
          <p:spPr>
            <a:xfrm>
              <a:off x="201168" y="1700784"/>
              <a:ext cx="658368" cy="310896"/>
            </a:xfrm>
            <a:prstGeom prst="rect">
              <a:avLst/>
            </a:prstGeom>
            <a:noFill/>
            <a:ln/>
          </p:spPr>
          <p:txBody>
            <a:bodyPr wrap="square" lIns="0" tIns="0" rIns="0" bIns="0" rtlCol="0" anchor="ctr"/>
            <a:lstStyle/>
            <a:p>
              <a:pPr marL="0" indent="0">
                <a:buNone/>
              </a:pPr>
              <a:r>
                <a:rPr lang="en-US" sz="1300" b="1" dirty="0">
                  <a:solidFill>
                    <a:srgbClr val="FF4500"/>
                  </a:solidFill>
                </a:rPr>
                <a:t>US002</a:t>
              </a:r>
              <a:endParaRPr lang="en-US" sz="1300" b="1" dirty="0"/>
            </a:p>
          </p:txBody>
        </p:sp>
        <p:sp>
          <p:nvSpPr>
            <p:cNvPr id="83" name="Text 19">
              <a:extLst>
                <a:ext uri="{FF2B5EF4-FFF2-40B4-BE49-F238E27FC236}">
                  <a16:creationId xmlns:a16="http://schemas.microsoft.com/office/drawing/2014/main" id="{3E4F6103-A599-EE34-73DE-0EC82CB8AC8E}"/>
                </a:ext>
              </a:extLst>
            </p:cNvPr>
            <p:cNvSpPr/>
            <p:nvPr/>
          </p:nvSpPr>
          <p:spPr>
            <a:xfrm>
              <a:off x="950976" y="1700784"/>
              <a:ext cx="4828032" cy="310896"/>
            </a:xfrm>
            <a:prstGeom prst="rect">
              <a:avLst/>
            </a:prstGeom>
            <a:noFill/>
            <a:ln/>
          </p:spPr>
          <p:txBody>
            <a:bodyPr wrap="square" lIns="0" tIns="0" rIns="0" bIns="0" rtlCol="0" anchor="ctr"/>
            <a:lstStyle/>
            <a:p>
              <a:pPr marL="0" indent="0">
                <a:buNone/>
              </a:pPr>
              <a:r>
                <a:rPr lang="en-US" sz="1300" b="1" dirty="0">
                  <a:solidFill>
                    <a:srgbClr val="222222"/>
                  </a:solidFill>
                </a:rPr>
                <a:t>Log in with OTP or password</a:t>
              </a:r>
              <a:endParaRPr lang="en-US" sz="1300" b="1" dirty="0"/>
            </a:p>
          </p:txBody>
        </p:sp>
        <p:sp>
          <p:nvSpPr>
            <p:cNvPr id="84" name="Text 20">
              <a:extLst>
                <a:ext uri="{FF2B5EF4-FFF2-40B4-BE49-F238E27FC236}">
                  <a16:creationId xmlns:a16="http://schemas.microsoft.com/office/drawing/2014/main" id="{AF157589-4169-9F5B-FC7C-686F82E0D775}"/>
                </a:ext>
              </a:extLst>
            </p:cNvPr>
            <p:cNvSpPr/>
            <p:nvPr/>
          </p:nvSpPr>
          <p:spPr>
            <a:xfrm>
              <a:off x="5888736" y="1700784"/>
              <a:ext cx="3127248" cy="310896"/>
            </a:xfrm>
            <a:prstGeom prst="rect">
              <a:avLst/>
            </a:prstGeom>
            <a:noFill/>
            <a:ln/>
          </p:spPr>
          <p:txBody>
            <a:bodyPr wrap="square" lIns="0" tIns="0" rIns="0" bIns="0" rtlCol="0" anchor="ctr"/>
            <a:lstStyle/>
            <a:p>
              <a:pPr marL="0" indent="0">
                <a:buNone/>
              </a:pPr>
              <a:r>
                <a:rPr lang="en-US" sz="1300" b="1" i="1" dirty="0">
                  <a:solidFill>
                    <a:srgbClr val="555555"/>
                  </a:solidFill>
                </a:rPr>
                <a:t>I can quickly access my account</a:t>
              </a:r>
              <a:endParaRPr lang="en-US" sz="1300" b="1" dirty="0"/>
            </a:p>
          </p:txBody>
        </p:sp>
        <p:sp>
          <p:nvSpPr>
            <p:cNvPr id="85" name="Shape 21">
              <a:extLst>
                <a:ext uri="{FF2B5EF4-FFF2-40B4-BE49-F238E27FC236}">
                  <a16:creationId xmlns:a16="http://schemas.microsoft.com/office/drawing/2014/main" id="{466D09AE-6C41-89B6-A2CC-BBD6795E061A}"/>
                </a:ext>
              </a:extLst>
            </p:cNvPr>
            <p:cNvSpPr/>
            <p:nvPr/>
          </p:nvSpPr>
          <p:spPr>
            <a:xfrm>
              <a:off x="109728" y="2029968"/>
              <a:ext cx="8924544" cy="347472"/>
            </a:xfrm>
            <a:prstGeom prst="rect">
              <a:avLst/>
            </a:prstGeom>
            <a:solidFill>
              <a:srgbClr val="FFFFFF"/>
            </a:solidFill>
            <a:ln w="12700">
              <a:solidFill>
                <a:srgbClr val="E0D0C8"/>
              </a:solidFill>
              <a:prstDash val="solid"/>
            </a:ln>
          </p:spPr>
        </p:sp>
        <p:sp>
          <p:nvSpPr>
            <p:cNvPr id="86" name="Shape 22">
              <a:extLst>
                <a:ext uri="{FF2B5EF4-FFF2-40B4-BE49-F238E27FC236}">
                  <a16:creationId xmlns:a16="http://schemas.microsoft.com/office/drawing/2014/main" id="{C25DB3D9-1F95-11F5-A8C9-54668FE9DE62}"/>
                </a:ext>
              </a:extLst>
            </p:cNvPr>
            <p:cNvSpPr/>
            <p:nvPr/>
          </p:nvSpPr>
          <p:spPr>
            <a:xfrm>
              <a:off x="859536" y="2029968"/>
              <a:ext cx="18288" cy="347472"/>
            </a:xfrm>
            <a:prstGeom prst="rect">
              <a:avLst/>
            </a:prstGeom>
            <a:solidFill>
              <a:srgbClr val="D0C0B8"/>
            </a:solidFill>
            <a:ln w="12700">
              <a:solidFill>
                <a:srgbClr val="D0C0B8"/>
              </a:solidFill>
              <a:prstDash val="solid"/>
            </a:ln>
          </p:spPr>
        </p:sp>
        <p:sp>
          <p:nvSpPr>
            <p:cNvPr id="87" name="Shape 23">
              <a:extLst>
                <a:ext uri="{FF2B5EF4-FFF2-40B4-BE49-F238E27FC236}">
                  <a16:creationId xmlns:a16="http://schemas.microsoft.com/office/drawing/2014/main" id="{1FC0CE05-A47F-B54C-2DB5-47BA105837FC}"/>
                </a:ext>
              </a:extLst>
            </p:cNvPr>
            <p:cNvSpPr/>
            <p:nvPr/>
          </p:nvSpPr>
          <p:spPr>
            <a:xfrm>
              <a:off x="5797296" y="2029968"/>
              <a:ext cx="18288" cy="347472"/>
            </a:xfrm>
            <a:prstGeom prst="rect">
              <a:avLst/>
            </a:prstGeom>
            <a:solidFill>
              <a:srgbClr val="D0C0B8"/>
            </a:solidFill>
            <a:ln w="12700">
              <a:solidFill>
                <a:srgbClr val="D0C0B8"/>
              </a:solidFill>
              <a:prstDash val="solid"/>
            </a:ln>
          </p:spPr>
        </p:sp>
        <p:sp>
          <p:nvSpPr>
            <p:cNvPr id="88" name="Text 24">
              <a:extLst>
                <a:ext uri="{FF2B5EF4-FFF2-40B4-BE49-F238E27FC236}">
                  <a16:creationId xmlns:a16="http://schemas.microsoft.com/office/drawing/2014/main" id="{563AC410-5863-EE0E-BE81-98D96CA35F74}"/>
                </a:ext>
              </a:extLst>
            </p:cNvPr>
            <p:cNvSpPr/>
            <p:nvPr/>
          </p:nvSpPr>
          <p:spPr>
            <a:xfrm>
              <a:off x="201168" y="2048256"/>
              <a:ext cx="658368" cy="310896"/>
            </a:xfrm>
            <a:prstGeom prst="rect">
              <a:avLst/>
            </a:prstGeom>
            <a:noFill/>
            <a:ln/>
          </p:spPr>
          <p:txBody>
            <a:bodyPr wrap="square" lIns="0" tIns="0" rIns="0" bIns="0" rtlCol="0" anchor="ctr"/>
            <a:lstStyle/>
            <a:p>
              <a:pPr marL="0" indent="0">
                <a:buNone/>
              </a:pPr>
              <a:r>
                <a:rPr lang="en-US" sz="1300" b="1" dirty="0">
                  <a:solidFill>
                    <a:srgbClr val="FF4500"/>
                  </a:solidFill>
                </a:rPr>
                <a:t>US003</a:t>
              </a:r>
              <a:endParaRPr lang="en-US" sz="1300" b="1" dirty="0"/>
            </a:p>
          </p:txBody>
        </p:sp>
        <p:sp>
          <p:nvSpPr>
            <p:cNvPr id="89" name="Text 25">
              <a:extLst>
                <a:ext uri="{FF2B5EF4-FFF2-40B4-BE49-F238E27FC236}">
                  <a16:creationId xmlns:a16="http://schemas.microsoft.com/office/drawing/2014/main" id="{336549B5-343F-7BED-2E97-30247DCA69E7}"/>
                </a:ext>
              </a:extLst>
            </p:cNvPr>
            <p:cNvSpPr/>
            <p:nvPr/>
          </p:nvSpPr>
          <p:spPr>
            <a:xfrm>
              <a:off x="950976" y="2048256"/>
              <a:ext cx="4828032" cy="310896"/>
            </a:xfrm>
            <a:prstGeom prst="rect">
              <a:avLst/>
            </a:prstGeom>
            <a:noFill/>
            <a:ln/>
          </p:spPr>
          <p:txBody>
            <a:bodyPr wrap="square" lIns="0" tIns="0" rIns="0" bIns="0" rtlCol="0" anchor="ctr"/>
            <a:lstStyle/>
            <a:p>
              <a:pPr marL="0" indent="0">
                <a:buNone/>
              </a:pPr>
              <a:r>
                <a:rPr lang="en-US" sz="1300" b="1" dirty="0">
                  <a:solidFill>
                    <a:srgbClr val="222222"/>
                  </a:solidFill>
                </a:rPr>
                <a:t>Search &amp; filter restaurants by cuisine, rating or delivery time</a:t>
              </a:r>
              <a:endParaRPr lang="en-US" sz="1300" b="1" dirty="0"/>
            </a:p>
          </p:txBody>
        </p:sp>
        <p:sp>
          <p:nvSpPr>
            <p:cNvPr id="90" name="Text 26">
              <a:extLst>
                <a:ext uri="{FF2B5EF4-FFF2-40B4-BE49-F238E27FC236}">
                  <a16:creationId xmlns:a16="http://schemas.microsoft.com/office/drawing/2014/main" id="{AE94F0F3-DF23-B0F3-F881-2FD9076F5100}"/>
                </a:ext>
              </a:extLst>
            </p:cNvPr>
            <p:cNvSpPr/>
            <p:nvPr/>
          </p:nvSpPr>
          <p:spPr>
            <a:xfrm>
              <a:off x="5888736" y="2048256"/>
              <a:ext cx="3127248" cy="310896"/>
            </a:xfrm>
            <a:prstGeom prst="rect">
              <a:avLst/>
            </a:prstGeom>
            <a:noFill/>
            <a:ln/>
          </p:spPr>
          <p:txBody>
            <a:bodyPr wrap="square" lIns="0" tIns="0" rIns="0" bIns="0" rtlCol="0" anchor="ctr"/>
            <a:lstStyle/>
            <a:p>
              <a:pPr marL="0" indent="0">
                <a:buNone/>
              </a:pPr>
              <a:r>
                <a:rPr lang="en-US" sz="1300" b="1" i="1" dirty="0">
                  <a:solidFill>
                    <a:srgbClr val="555555"/>
                  </a:solidFill>
                </a:rPr>
                <a:t>I can find food that matches my preferences</a:t>
              </a:r>
              <a:endParaRPr lang="en-US" sz="1300" b="1" dirty="0"/>
            </a:p>
          </p:txBody>
        </p:sp>
        <p:sp>
          <p:nvSpPr>
            <p:cNvPr id="91" name="Shape 27">
              <a:extLst>
                <a:ext uri="{FF2B5EF4-FFF2-40B4-BE49-F238E27FC236}">
                  <a16:creationId xmlns:a16="http://schemas.microsoft.com/office/drawing/2014/main" id="{9CB635FA-136D-F432-3D3B-50599B83708F}"/>
                </a:ext>
              </a:extLst>
            </p:cNvPr>
            <p:cNvSpPr/>
            <p:nvPr/>
          </p:nvSpPr>
          <p:spPr>
            <a:xfrm>
              <a:off x="109728" y="2377440"/>
              <a:ext cx="8924544" cy="347472"/>
            </a:xfrm>
            <a:prstGeom prst="rect">
              <a:avLst/>
            </a:prstGeom>
            <a:solidFill>
              <a:srgbClr val="FFF0E8"/>
            </a:solidFill>
            <a:ln w="12700">
              <a:solidFill>
                <a:srgbClr val="E0D0C8"/>
              </a:solidFill>
              <a:prstDash val="solid"/>
            </a:ln>
          </p:spPr>
        </p:sp>
        <p:sp>
          <p:nvSpPr>
            <p:cNvPr id="92" name="Shape 28">
              <a:extLst>
                <a:ext uri="{FF2B5EF4-FFF2-40B4-BE49-F238E27FC236}">
                  <a16:creationId xmlns:a16="http://schemas.microsoft.com/office/drawing/2014/main" id="{A4E8DF60-7E1B-644A-D879-0552CB6E1457}"/>
                </a:ext>
              </a:extLst>
            </p:cNvPr>
            <p:cNvSpPr/>
            <p:nvPr/>
          </p:nvSpPr>
          <p:spPr>
            <a:xfrm>
              <a:off x="859536" y="2377440"/>
              <a:ext cx="18288" cy="347472"/>
            </a:xfrm>
            <a:prstGeom prst="rect">
              <a:avLst/>
            </a:prstGeom>
            <a:solidFill>
              <a:srgbClr val="D0C0B8"/>
            </a:solidFill>
            <a:ln w="12700">
              <a:solidFill>
                <a:srgbClr val="D0C0B8"/>
              </a:solidFill>
              <a:prstDash val="solid"/>
            </a:ln>
          </p:spPr>
        </p:sp>
        <p:sp>
          <p:nvSpPr>
            <p:cNvPr id="93" name="Shape 29">
              <a:extLst>
                <a:ext uri="{FF2B5EF4-FFF2-40B4-BE49-F238E27FC236}">
                  <a16:creationId xmlns:a16="http://schemas.microsoft.com/office/drawing/2014/main" id="{49E5874C-C7D8-D1B5-EE73-73B3813BB32A}"/>
                </a:ext>
              </a:extLst>
            </p:cNvPr>
            <p:cNvSpPr/>
            <p:nvPr/>
          </p:nvSpPr>
          <p:spPr>
            <a:xfrm>
              <a:off x="5797296" y="2377440"/>
              <a:ext cx="18288" cy="347472"/>
            </a:xfrm>
            <a:prstGeom prst="rect">
              <a:avLst/>
            </a:prstGeom>
            <a:solidFill>
              <a:srgbClr val="D0C0B8"/>
            </a:solidFill>
            <a:ln w="12700">
              <a:solidFill>
                <a:srgbClr val="D0C0B8"/>
              </a:solidFill>
              <a:prstDash val="solid"/>
            </a:ln>
          </p:spPr>
        </p:sp>
        <p:sp>
          <p:nvSpPr>
            <p:cNvPr id="94" name="Text 30">
              <a:extLst>
                <a:ext uri="{FF2B5EF4-FFF2-40B4-BE49-F238E27FC236}">
                  <a16:creationId xmlns:a16="http://schemas.microsoft.com/office/drawing/2014/main" id="{049E1B72-E8F8-9E17-2F71-C50B0F008043}"/>
                </a:ext>
              </a:extLst>
            </p:cNvPr>
            <p:cNvSpPr/>
            <p:nvPr/>
          </p:nvSpPr>
          <p:spPr>
            <a:xfrm>
              <a:off x="201168" y="2395728"/>
              <a:ext cx="658368" cy="310896"/>
            </a:xfrm>
            <a:prstGeom prst="rect">
              <a:avLst/>
            </a:prstGeom>
            <a:noFill/>
            <a:ln/>
          </p:spPr>
          <p:txBody>
            <a:bodyPr wrap="square" lIns="0" tIns="0" rIns="0" bIns="0" rtlCol="0" anchor="ctr"/>
            <a:lstStyle/>
            <a:p>
              <a:pPr marL="0" indent="0">
                <a:buNone/>
              </a:pPr>
              <a:r>
                <a:rPr lang="en-US" sz="1300" b="1" dirty="0">
                  <a:solidFill>
                    <a:srgbClr val="FF4500"/>
                  </a:solidFill>
                </a:rPr>
                <a:t>US004</a:t>
              </a:r>
              <a:endParaRPr lang="en-US" sz="1300" b="1" dirty="0"/>
            </a:p>
          </p:txBody>
        </p:sp>
        <p:sp>
          <p:nvSpPr>
            <p:cNvPr id="95" name="Text 31">
              <a:extLst>
                <a:ext uri="{FF2B5EF4-FFF2-40B4-BE49-F238E27FC236}">
                  <a16:creationId xmlns:a16="http://schemas.microsoft.com/office/drawing/2014/main" id="{F40A69FC-E48E-6D63-242D-90709036F45C}"/>
                </a:ext>
              </a:extLst>
            </p:cNvPr>
            <p:cNvSpPr/>
            <p:nvPr/>
          </p:nvSpPr>
          <p:spPr>
            <a:xfrm>
              <a:off x="950976" y="2395728"/>
              <a:ext cx="4828032" cy="310896"/>
            </a:xfrm>
            <a:prstGeom prst="rect">
              <a:avLst/>
            </a:prstGeom>
            <a:noFill/>
            <a:ln/>
          </p:spPr>
          <p:txBody>
            <a:bodyPr wrap="square" lIns="0" tIns="0" rIns="0" bIns="0" rtlCol="0" anchor="ctr"/>
            <a:lstStyle/>
            <a:p>
              <a:pPr marL="0" indent="0">
                <a:buNone/>
              </a:pPr>
              <a:r>
                <a:rPr lang="en-US" sz="1300" b="1" dirty="0">
                  <a:solidFill>
                    <a:srgbClr val="222222"/>
                  </a:solidFill>
                </a:rPr>
                <a:t>View restaurant menus with item details and prices</a:t>
              </a:r>
              <a:endParaRPr lang="en-US" sz="1300" b="1" dirty="0"/>
            </a:p>
          </p:txBody>
        </p:sp>
        <p:sp>
          <p:nvSpPr>
            <p:cNvPr id="96" name="Text 32">
              <a:extLst>
                <a:ext uri="{FF2B5EF4-FFF2-40B4-BE49-F238E27FC236}">
                  <a16:creationId xmlns:a16="http://schemas.microsoft.com/office/drawing/2014/main" id="{0369EA24-030A-9403-CED5-E3C0CAC5AC9E}"/>
                </a:ext>
              </a:extLst>
            </p:cNvPr>
            <p:cNvSpPr/>
            <p:nvPr/>
          </p:nvSpPr>
          <p:spPr>
            <a:xfrm>
              <a:off x="5888736" y="2395728"/>
              <a:ext cx="3127248" cy="310896"/>
            </a:xfrm>
            <a:prstGeom prst="rect">
              <a:avLst/>
            </a:prstGeom>
            <a:noFill/>
            <a:ln/>
          </p:spPr>
          <p:txBody>
            <a:bodyPr wrap="square" lIns="0" tIns="0" rIns="0" bIns="0" rtlCol="0" anchor="ctr"/>
            <a:lstStyle/>
            <a:p>
              <a:pPr marL="0" indent="0">
                <a:buNone/>
              </a:pPr>
              <a:r>
                <a:rPr lang="en-US" sz="1300" b="1" i="1" dirty="0">
                  <a:solidFill>
                    <a:srgbClr val="555555"/>
                  </a:solidFill>
                </a:rPr>
                <a:t>I can make informed ordering decisions</a:t>
              </a:r>
              <a:endParaRPr lang="en-US" sz="1300" b="1" dirty="0"/>
            </a:p>
          </p:txBody>
        </p:sp>
        <p:sp>
          <p:nvSpPr>
            <p:cNvPr id="97" name="Shape 33">
              <a:extLst>
                <a:ext uri="{FF2B5EF4-FFF2-40B4-BE49-F238E27FC236}">
                  <a16:creationId xmlns:a16="http://schemas.microsoft.com/office/drawing/2014/main" id="{BC0203EF-7352-8F52-B4BF-C21AA9C07463}"/>
                </a:ext>
              </a:extLst>
            </p:cNvPr>
            <p:cNvSpPr/>
            <p:nvPr/>
          </p:nvSpPr>
          <p:spPr>
            <a:xfrm>
              <a:off x="109728" y="2724912"/>
              <a:ext cx="8924544" cy="347472"/>
            </a:xfrm>
            <a:prstGeom prst="rect">
              <a:avLst/>
            </a:prstGeom>
            <a:solidFill>
              <a:srgbClr val="FFFFFF"/>
            </a:solidFill>
            <a:ln w="12700">
              <a:solidFill>
                <a:srgbClr val="E0D0C8"/>
              </a:solidFill>
              <a:prstDash val="solid"/>
            </a:ln>
          </p:spPr>
        </p:sp>
        <p:sp>
          <p:nvSpPr>
            <p:cNvPr id="98" name="Shape 34">
              <a:extLst>
                <a:ext uri="{FF2B5EF4-FFF2-40B4-BE49-F238E27FC236}">
                  <a16:creationId xmlns:a16="http://schemas.microsoft.com/office/drawing/2014/main" id="{D5B59C68-B58B-3309-53DB-31602BD92652}"/>
                </a:ext>
              </a:extLst>
            </p:cNvPr>
            <p:cNvSpPr/>
            <p:nvPr/>
          </p:nvSpPr>
          <p:spPr>
            <a:xfrm>
              <a:off x="859536" y="2724912"/>
              <a:ext cx="18288" cy="347472"/>
            </a:xfrm>
            <a:prstGeom prst="rect">
              <a:avLst/>
            </a:prstGeom>
            <a:solidFill>
              <a:srgbClr val="D0C0B8"/>
            </a:solidFill>
            <a:ln w="12700">
              <a:solidFill>
                <a:srgbClr val="D0C0B8"/>
              </a:solidFill>
              <a:prstDash val="solid"/>
            </a:ln>
          </p:spPr>
        </p:sp>
        <p:sp>
          <p:nvSpPr>
            <p:cNvPr id="99" name="Shape 35">
              <a:extLst>
                <a:ext uri="{FF2B5EF4-FFF2-40B4-BE49-F238E27FC236}">
                  <a16:creationId xmlns:a16="http://schemas.microsoft.com/office/drawing/2014/main" id="{EAECF73D-E204-6565-1E6B-7216326C12B6}"/>
                </a:ext>
              </a:extLst>
            </p:cNvPr>
            <p:cNvSpPr/>
            <p:nvPr/>
          </p:nvSpPr>
          <p:spPr>
            <a:xfrm>
              <a:off x="5797296" y="2724912"/>
              <a:ext cx="18288" cy="347472"/>
            </a:xfrm>
            <a:prstGeom prst="rect">
              <a:avLst/>
            </a:prstGeom>
            <a:solidFill>
              <a:srgbClr val="D0C0B8"/>
            </a:solidFill>
            <a:ln w="12700">
              <a:solidFill>
                <a:srgbClr val="D0C0B8"/>
              </a:solidFill>
              <a:prstDash val="solid"/>
            </a:ln>
          </p:spPr>
        </p:sp>
        <p:sp>
          <p:nvSpPr>
            <p:cNvPr id="100" name="Text 36">
              <a:extLst>
                <a:ext uri="{FF2B5EF4-FFF2-40B4-BE49-F238E27FC236}">
                  <a16:creationId xmlns:a16="http://schemas.microsoft.com/office/drawing/2014/main" id="{5F330044-851E-B50A-338D-379419620CEF}"/>
                </a:ext>
              </a:extLst>
            </p:cNvPr>
            <p:cNvSpPr/>
            <p:nvPr/>
          </p:nvSpPr>
          <p:spPr>
            <a:xfrm>
              <a:off x="201168" y="2743200"/>
              <a:ext cx="658368" cy="310896"/>
            </a:xfrm>
            <a:prstGeom prst="rect">
              <a:avLst/>
            </a:prstGeom>
            <a:noFill/>
            <a:ln/>
          </p:spPr>
          <p:txBody>
            <a:bodyPr wrap="square" lIns="0" tIns="0" rIns="0" bIns="0" rtlCol="0" anchor="ctr"/>
            <a:lstStyle/>
            <a:p>
              <a:pPr marL="0" indent="0">
                <a:buNone/>
              </a:pPr>
              <a:r>
                <a:rPr lang="en-US" sz="1300" b="1" dirty="0">
                  <a:solidFill>
                    <a:srgbClr val="FF4500"/>
                  </a:solidFill>
                </a:rPr>
                <a:t>US005</a:t>
              </a:r>
              <a:endParaRPr lang="en-US" sz="1300" b="1" dirty="0"/>
            </a:p>
          </p:txBody>
        </p:sp>
        <p:sp>
          <p:nvSpPr>
            <p:cNvPr id="101" name="Text 37">
              <a:extLst>
                <a:ext uri="{FF2B5EF4-FFF2-40B4-BE49-F238E27FC236}">
                  <a16:creationId xmlns:a16="http://schemas.microsoft.com/office/drawing/2014/main" id="{77AAA03C-BD39-52FE-A22C-9B3850CD167B}"/>
                </a:ext>
              </a:extLst>
            </p:cNvPr>
            <p:cNvSpPr/>
            <p:nvPr/>
          </p:nvSpPr>
          <p:spPr>
            <a:xfrm>
              <a:off x="950976" y="2743200"/>
              <a:ext cx="4828032" cy="310896"/>
            </a:xfrm>
            <a:prstGeom prst="rect">
              <a:avLst/>
            </a:prstGeom>
            <a:noFill/>
            <a:ln/>
          </p:spPr>
          <p:txBody>
            <a:bodyPr wrap="square" lIns="0" tIns="0" rIns="0" bIns="0" rtlCol="0" anchor="ctr"/>
            <a:lstStyle/>
            <a:p>
              <a:pPr marL="0" indent="0">
                <a:buNone/>
              </a:pPr>
              <a:r>
                <a:rPr lang="en-US" sz="1300" b="1" dirty="0">
                  <a:solidFill>
                    <a:srgbClr val="222222"/>
                  </a:solidFill>
                </a:rPr>
                <a:t>Add items to cart from a single restaurant</a:t>
              </a:r>
              <a:endParaRPr lang="en-US" sz="1300" b="1" dirty="0"/>
            </a:p>
          </p:txBody>
        </p:sp>
        <p:sp>
          <p:nvSpPr>
            <p:cNvPr id="102" name="Text 38">
              <a:extLst>
                <a:ext uri="{FF2B5EF4-FFF2-40B4-BE49-F238E27FC236}">
                  <a16:creationId xmlns:a16="http://schemas.microsoft.com/office/drawing/2014/main" id="{B831D169-51FF-C058-14F8-3C1BFC468B6E}"/>
                </a:ext>
              </a:extLst>
            </p:cNvPr>
            <p:cNvSpPr/>
            <p:nvPr/>
          </p:nvSpPr>
          <p:spPr>
            <a:xfrm>
              <a:off x="5888736" y="2743200"/>
              <a:ext cx="3127248" cy="310896"/>
            </a:xfrm>
            <a:prstGeom prst="rect">
              <a:avLst/>
            </a:prstGeom>
            <a:noFill/>
            <a:ln/>
          </p:spPr>
          <p:txBody>
            <a:bodyPr wrap="square" lIns="0" tIns="0" rIns="0" bIns="0" rtlCol="0" anchor="ctr"/>
            <a:lstStyle/>
            <a:p>
              <a:pPr marL="0" indent="0">
                <a:buNone/>
              </a:pPr>
              <a:r>
                <a:rPr lang="en-US" sz="1300" b="1" i="1" dirty="0">
                  <a:solidFill>
                    <a:srgbClr val="555555"/>
                  </a:solidFill>
                </a:rPr>
                <a:t>I can prepare my order before checkout</a:t>
              </a:r>
              <a:endParaRPr lang="en-US" sz="1300" b="1" dirty="0"/>
            </a:p>
          </p:txBody>
        </p:sp>
        <p:sp>
          <p:nvSpPr>
            <p:cNvPr id="103" name="Shape 39">
              <a:extLst>
                <a:ext uri="{FF2B5EF4-FFF2-40B4-BE49-F238E27FC236}">
                  <a16:creationId xmlns:a16="http://schemas.microsoft.com/office/drawing/2014/main" id="{E985582C-9A1A-2B8D-C7CB-44E0E21FDB88}"/>
                </a:ext>
              </a:extLst>
            </p:cNvPr>
            <p:cNvSpPr/>
            <p:nvPr/>
          </p:nvSpPr>
          <p:spPr>
            <a:xfrm>
              <a:off x="109728" y="3072384"/>
              <a:ext cx="8924544" cy="347472"/>
            </a:xfrm>
            <a:prstGeom prst="rect">
              <a:avLst/>
            </a:prstGeom>
            <a:solidFill>
              <a:srgbClr val="FFF0E8"/>
            </a:solidFill>
            <a:ln w="12700">
              <a:solidFill>
                <a:srgbClr val="E0D0C8"/>
              </a:solidFill>
              <a:prstDash val="solid"/>
            </a:ln>
          </p:spPr>
        </p:sp>
        <p:sp>
          <p:nvSpPr>
            <p:cNvPr id="104" name="Shape 40">
              <a:extLst>
                <a:ext uri="{FF2B5EF4-FFF2-40B4-BE49-F238E27FC236}">
                  <a16:creationId xmlns:a16="http://schemas.microsoft.com/office/drawing/2014/main" id="{46B98EC5-FAFB-EBF8-5BDC-36182B702742}"/>
                </a:ext>
              </a:extLst>
            </p:cNvPr>
            <p:cNvSpPr/>
            <p:nvPr/>
          </p:nvSpPr>
          <p:spPr>
            <a:xfrm>
              <a:off x="859536" y="3072384"/>
              <a:ext cx="18288" cy="347472"/>
            </a:xfrm>
            <a:prstGeom prst="rect">
              <a:avLst/>
            </a:prstGeom>
            <a:solidFill>
              <a:srgbClr val="D0C0B8"/>
            </a:solidFill>
            <a:ln w="12700">
              <a:solidFill>
                <a:srgbClr val="D0C0B8"/>
              </a:solidFill>
              <a:prstDash val="solid"/>
            </a:ln>
          </p:spPr>
        </p:sp>
        <p:sp>
          <p:nvSpPr>
            <p:cNvPr id="105" name="Shape 41">
              <a:extLst>
                <a:ext uri="{FF2B5EF4-FFF2-40B4-BE49-F238E27FC236}">
                  <a16:creationId xmlns:a16="http://schemas.microsoft.com/office/drawing/2014/main" id="{A3C8393E-6DD2-A8CB-0CAD-DFB6CBDC96F8}"/>
                </a:ext>
              </a:extLst>
            </p:cNvPr>
            <p:cNvSpPr/>
            <p:nvPr/>
          </p:nvSpPr>
          <p:spPr>
            <a:xfrm>
              <a:off x="5797296" y="3072384"/>
              <a:ext cx="18288" cy="347472"/>
            </a:xfrm>
            <a:prstGeom prst="rect">
              <a:avLst/>
            </a:prstGeom>
            <a:solidFill>
              <a:srgbClr val="D0C0B8"/>
            </a:solidFill>
            <a:ln w="12700">
              <a:solidFill>
                <a:srgbClr val="D0C0B8"/>
              </a:solidFill>
              <a:prstDash val="solid"/>
            </a:ln>
          </p:spPr>
        </p:sp>
        <p:sp>
          <p:nvSpPr>
            <p:cNvPr id="106" name="Text 42">
              <a:extLst>
                <a:ext uri="{FF2B5EF4-FFF2-40B4-BE49-F238E27FC236}">
                  <a16:creationId xmlns:a16="http://schemas.microsoft.com/office/drawing/2014/main" id="{72EE5F76-E930-2584-9B30-A7D46506E306}"/>
                </a:ext>
              </a:extLst>
            </p:cNvPr>
            <p:cNvSpPr/>
            <p:nvPr/>
          </p:nvSpPr>
          <p:spPr>
            <a:xfrm>
              <a:off x="201168" y="3090672"/>
              <a:ext cx="658368" cy="310896"/>
            </a:xfrm>
            <a:prstGeom prst="rect">
              <a:avLst/>
            </a:prstGeom>
            <a:noFill/>
            <a:ln/>
          </p:spPr>
          <p:txBody>
            <a:bodyPr wrap="square" lIns="0" tIns="0" rIns="0" bIns="0" rtlCol="0" anchor="ctr"/>
            <a:lstStyle/>
            <a:p>
              <a:pPr marL="0" indent="0">
                <a:buNone/>
              </a:pPr>
              <a:r>
                <a:rPr lang="en-US" sz="1300" b="1" dirty="0">
                  <a:solidFill>
                    <a:srgbClr val="FF4500"/>
                  </a:solidFill>
                </a:rPr>
                <a:t>US007</a:t>
              </a:r>
              <a:endParaRPr lang="en-US" sz="1300" b="1" dirty="0"/>
            </a:p>
          </p:txBody>
        </p:sp>
        <p:sp>
          <p:nvSpPr>
            <p:cNvPr id="107" name="Text 43">
              <a:extLst>
                <a:ext uri="{FF2B5EF4-FFF2-40B4-BE49-F238E27FC236}">
                  <a16:creationId xmlns:a16="http://schemas.microsoft.com/office/drawing/2014/main" id="{C4DFEB6E-52E9-AF96-9674-21C5CE9E8649}"/>
                </a:ext>
              </a:extLst>
            </p:cNvPr>
            <p:cNvSpPr/>
            <p:nvPr/>
          </p:nvSpPr>
          <p:spPr>
            <a:xfrm>
              <a:off x="950976" y="3090672"/>
              <a:ext cx="4828032" cy="310896"/>
            </a:xfrm>
            <a:prstGeom prst="rect">
              <a:avLst/>
            </a:prstGeom>
            <a:noFill/>
            <a:ln/>
          </p:spPr>
          <p:txBody>
            <a:bodyPr wrap="square" lIns="0" tIns="0" rIns="0" bIns="0" rtlCol="0" anchor="ctr"/>
            <a:lstStyle/>
            <a:p>
              <a:pPr marL="0" indent="0">
                <a:buNone/>
              </a:pPr>
              <a:r>
                <a:rPr lang="en-US" sz="1300" b="1" dirty="0">
                  <a:solidFill>
                    <a:srgbClr val="222222"/>
                  </a:solidFill>
                </a:rPr>
                <a:t>Choose from multiple payment methods</a:t>
              </a:r>
              <a:endParaRPr lang="en-US" sz="1300" b="1" dirty="0"/>
            </a:p>
          </p:txBody>
        </p:sp>
        <p:sp>
          <p:nvSpPr>
            <p:cNvPr id="108" name="Text 44">
              <a:extLst>
                <a:ext uri="{FF2B5EF4-FFF2-40B4-BE49-F238E27FC236}">
                  <a16:creationId xmlns:a16="http://schemas.microsoft.com/office/drawing/2014/main" id="{77DAA71F-B2E7-001E-17E0-6AC6C287D382}"/>
                </a:ext>
              </a:extLst>
            </p:cNvPr>
            <p:cNvSpPr/>
            <p:nvPr/>
          </p:nvSpPr>
          <p:spPr>
            <a:xfrm>
              <a:off x="5888736" y="3090672"/>
              <a:ext cx="3127248" cy="310896"/>
            </a:xfrm>
            <a:prstGeom prst="rect">
              <a:avLst/>
            </a:prstGeom>
            <a:noFill/>
            <a:ln/>
          </p:spPr>
          <p:txBody>
            <a:bodyPr wrap="square" lIns="0" tIns="0" rIns="0" bIns="0" rtlCol="0" anchor="ctr"/>
            <a:lstStyle/>
            <a:p>
              <a:pPr marL="0" indent="0">
                <a:buNone/>
              </a:pPr>
              <a:r>
                <a:rPr lang="en-US" sz="1300" b="1" i="1" dirty="0">
                  <a:solidFill>
                    <a:srgbClr val="555555"/>
                  </a:solidFill>
                </a:rPr>
                <a:t>I can pay using my preferred option</a:t>
              </a:r>
              <a:endParaRPr lang="en-US" sz="1300" b="1" dirty="0"/>
            </a:p>
          </p:txBody>
        </p:sp>
        <p:sp>
          <p:nvSpPr>
            <p:cNvPr id="109" name="Shape 45">
              <a:extLst>
                <a:ext uri="{FF2B5EF4-FFF2-40B4-BE49-F238E27FC236}">
                  <a16:creationId xmlns:a16="http://schemas.microsoft.com/office/drawing/2014/main" id="{70B5B838-4CBB-5E14-B4FC-35EEB697271B}"/>
                </a:ext>
              </a:extLst>
            </p:cNvPr>
            <p:cNvSpPr/>
            <p:nvPr/>
          </p:nvSpPr>
          <p:spPr>
            <a:xfrm>
              <a:off x="109728" y="3419856"/>
              <a:ext cx="8924544" cy="347472"/>
            </a:xfrm>
            <a:prstGeom prst="rect">
              <a:avLst/>
            </a:prstGeom>
            <a:solidFill>
              <a:srgbClr val="FFFFFF"/>
            </a:solidFill>
            <a:ln w="12700">
              <a:solidFill>
                <a:srgbClr val="E0D0C8"/>
              </a:solidFill>
              <a:prstDash val="solid"/>
            </a:ln>
          </p:spPr>
        </p:sp>
        <p:sp>
          <p:nvSpPr>
            <p:cNvPr id="110" name="Shape 46">
              <a:extLst>
                <a:ext uri="{FF2B5EF4-FFF2-40B4-BE49-F238E27FC236}">
                  <a16:creationId xmlns:a16="http://schemas.microsoft.com/office/drawing/2014/main" id="{77A59388-89C6-0310-3B8B-9636E0A9D14C}"/>
                </a:ext>
              </a:extLst>
            </p:cNvPr>
            <p:cNvSpPr/>
            <p:nvPr/>
          </p:nvSpPr>
          <p:spPr>
            <a:xfrm>
              <a:off x="859536" y="3419856"/>
              <a:ext cx="18288" cy="347472"/>
            </a:xfrm>
            <a:prstGeom prst="rect">
              <a:avLst/>
            </a:prstGeom>
            <a:solidFill>
              <a:srgbClr val="D0C0B8"/>
            </a:solidFill>
            <a:ln w="12700">
              <a:solidFill>
                <a:srgbClr val="D0C0B8"/>
              </a:solidFill>
              <a:prstDash val="solid"/>
            </a:ln>
          </p:spPr>
        </p:sp>
        <p:sp>
          <p:nvSpPr>
            <p:cNvPr id="111" name="Shape 47">
              <a:extLst>
                <a:ext uri="{FF2B5EF4-FFF2-40B4-BE49-F238E27FC236}">
                  <a16:creationId xmlns:a16="http://schemas.microsoft.com/office/drawing/2014/main" id="{07036441-DCAB-E218-B197-195333C594E5}"/>
                </a:ext>
              </a:extLst>
            </p:cNvPr>
            <p:cNvSpPr/>
            <p:nvPr/>
          </p:nvSpPr>
          <p:spPr>
            <a:xfrm>
              <a:off x="5797296" y="3419856"/>
              <a:ext cx="18288" cy="347472"/>
            </a:xfrm>
            <a:prstGeom prst="rect">
              <a:avLst/>
            </a:prstGeom>
            <a:solidFill>
              <a:srgbClr val="D0C0B8"/>
            </a:solidFill>
            <a:ln w="12700">
              <a:solidFill>
                <a:srgbClr val="D0C0B8"/>
              </a:solidFill>
              <a:prstDash val="solid"/>
            </a:ln>
          </p:spPr>
        </p:sp>
        <p:sp>
          <p:nvSpPr>
            <p:cNvPr id="112" name="Text 48">
              <a:extLst>
                <a:ext uri="{FF2B5EF4-FFF2-40B4-BE49-F238E27FC236}">
                  <a16:creationId xmlns:a16="http://schemas.microsoft.com/office/drawing/2014/main" id="{7160DD7C-643E-7301-4BDA-85B52D54E789}"/>
                </a:ext>
              </a:extLst>
            </p:cNvPr>
            <p:cNvSpPr/>
            <p:nvPr/>
          </p:nvSpPr>
          <p:spPr>
            <a:xfrm>
              <a:off x="201168" y="3438144"/>
              <a:ext cx="658368" cy="310896"/>
            </a:xfrm>
            <a:prstGeom prst="rect">
              <a:avLst/>
            </a:prstGeom>
            <a:noFill/>
            <a:ln/>
          </p:spPr>
          <p:txBody>
            <a:bodyPr wrap="square" lIns="0" tIns="0" rIns="0" bIns="0" rtlCol="0" anchor="ctr"/>
            <a:lstStyle/>
            <a:p>
              <a:pPr marL="0" indent="0">
                <a:buNone/>
              </a:pPr>
              <a:r>
                <a:rPr lang="en-US" sz="1300" b="1" dirty="0">
                  <a:solidFill>
                    <a:srgbClr val="FF4500"/>
                  </a:solidFill>
                </a:rPr>
                <a:t>US008</a:t>
              </a:r>
              <a:endParaRPr lang="en-US" sz="1300" b="1" dirty="0"/>
            </a:p>
          </p:txBody>
        </p:sp>
        <p:sp>
          <p:nvSpPr>
            <p:cNvPr id="113" name="Text 49">
              <a:extLst>
                <a:ext uri="{FF2B5EF4-FFF2-40B4-BE49-F238E27FC236}">
                  <a16:creationId xmlns:a16="http://schemas.microsoft.com/office/drawing/2014/main" id="{79712A14-CBB4-708B-462C-C1017E88E8F8}"/>
                </a:ext>
              </a:extLst>
            </p:cNvPr>
            <p:cNvSpPr/>
            <p:nvPr/>
          </p:nvSpPr>
          <p:spPr>
            <a:xfrm>
              <a:off x="950976" y="3438144"/>
              <a:ext cx="4828032" cy="310896"/>
            </a:xfrm>
            <a:prstGeom prst="rect">
              <a:avLst/>
            </a:prstGeom>
            <a:noFill/>
            <a:ln/>
          </p:spPr>
          <p:txBody>
            <a:bodyPr wrap="square" lIns="0" tIns="0" rIns="0" bIns="0" rtlCol="0" anchor="ctr"/>
            <a:lstStyle/>
            <a:p>
              <a:pPr marL="0" indent="0">
                <a:buNone/>
              </a:pPr>
              <a:r>
                <a:rPr lang="en-US" sz="1300" b="1" dirty="0">
                  <a:solidFill>
                    <a:srgbClr val="222222"/>
                  </a:solidFill>
                </a:rPr>
                <a:t>Track my order in real-time</a:t>
              </a:r>
              <a:endParaRPr lang="en-US" sz="1300" b="1" dirty="0"/>
            </a:p>
          </p:txBody>
        </p:sp>
        <p:sp>
          <p:nvSpPr>
            <p:cNvPr id="114" name="Text 50">
              <a:extLst>
                <a:ext uri="{FF2B5EF4-FFF2-40B4-BE49-F238E27FC236}">
                  <a16:creationId xmlns:a16="http://schemas.microsoft.com/office/drawing/2014/main" id="{393BEA1C-20EF-737B-F890-AB8E2A765FB3}"/>
                </a:ext>
              </a:extLst>
            </p:cNvPr>
            <p:cNvSpPr/>
            <p:nvPr/>
          </p:nvSpPr>
          <p:spPr>
            <a:xfrm>
              <a:off x="5888736" y="3438144"/>
              <a:ext cx="3127248" cy="310896"/>
            </a:xfrm>
            <a:prstGeom prst="rect">
              <a:avLst/>
            </a:prstGeom>
            <a:noFill/>
            <a:ln/>
          </p:spPr>
          <p:txBody>
            <a:bodyPr wrap="square" lIns="0" tIns="0" rIns="0" bIns="0" rtlCol="0" anchor="ctr"/>
            <a:lstStyle/>
            <a:p>
              <a:pPr marL="0" indent="0">
                <a:buNone/>
              </a:pPr>
              <a:r>
                <a:rPr lang="en-US" sz="1300" b="1" i="1" dirty="0">
                  <a:solidFill>
                    <a:srgbClr val="555555"/>
                  </a:solidFill>
                </a:rPr>
                <a:t>I know exactly when my food will arrive</a:t>
              </a:r>
              <a:endParaRPr lang="en-US" sz="1300" b="1" dirty="0"/>
            </a:p>
          </p:txBody>
        </p:sp>
        <p:sp>
          <p:nvSpPr>
            <p:cNvPr id="115" name="Shape 51">
              <a:extLst>
                <a:ext uri="{FF2B5EF4-FFF2-40B4-BE49-F238E27FC236}">
                  <a16:creationId xmlns:a16="http://schemas.microsoft.com/office/drawing/2014/main" id="{8D2E434E-C0F8-8B58-A941-A2A4B2BD2D9D}"/>
                </a:ext>
              </a:extLst>
            </p:cNvPr>
            <p:cNvSpPr/>
            <p:nvPr/>
          </p:nvSpPr>
          <p:spPr>
            <a:xfrm>
              <a:off x="109728" y="3767328"/>
              <a:ext cx="8924544" cy="347472"/>
            </a:xfrm>
            <a:prstGeom prst="rect">
              <a:avLst/>
            </a:prstGeom>
            <a:solidFill>
              <a:srgbClr val="FFF0E8"/>
            </a:solidFill>
            <a:ln w="12700">
              <a:solidFill>
                <a:srgbClr val="E0D0C8"/>
              </a:solidFill>
              <a:prstDash val="solid"/>
            </a:ln>
          </p:spPr>
        </p:sp>
        <p:sp>
          <p:nvSpPr>
            <p:cNvPr id="116" name="Shape 52">
              <a:extLst>
                <a:ext uri="{FF2B5EF4-FFF2-40B4-BE49-F238E27FC236}">
                  <a16:creationId xmlns:a16="http://schemas.microsoft.com/office/drawing/2014/main" id="{83624EF2-B71A-A82D-41EB-AA103319D3B8}"/>
                </a:ext>
              </a:extLst>
            </p:cNvPr>
            <p:cNvSpPr/>
            <p:nvPr/>
          </p:nvSpPr>
          <p:spPr>
            <a:xfrm>
              <a:off x="859536" y="3767328"/>
              <a:ext cx="18288" cy="347472"/>
            </a:xfrm>
            <a:prstGeom prst="rect">
              <a:avLst/>
            </a:prstGeom>
            <a:solidFill>
              <a:srgbClr val="D0C0B8"/>
            </a:solidFill>
            <a:ln w="12700">
              <a:solidFill>
                <a:srgbClr val="D0C0B8"/>
              </a:solidFill>
              <a:prstDash val="solid"/>
            </a:ln>
          </p:spPr>
        </p:sp>
        <p:sp>
          <p:nvSpPr>
            <p:cNvPr id="117" name="Shape 53">
              <a:extLst>
                <a:ext uri="{FF2B5EF4-FFF2-40B4-BE49-F238E27FC236}">
                  <a16:creationId xmlns:a16="http://schemas.microsoft.com/office/drawing/2014/main" id="{525E9509-AAFD-C5D8-D208-7D8A17808A91}"/>
                </a:ext>
              </a:extLst>
            </p:cNvPr>
            <p:cNvSpPr/>
            <p:nvPr/>
          </p:nvSpPr>
          <p:spPr>
            <a:xfrm>
              <a:off x="5797296" y="3767328"/>
              <a:ext cx="18288" cy="347472"/>
            </a:xfrm>
            <a:prstGeom prst="rect">
              <a:avLst/>
            </a:prstGeom>
            <a:solidFill>
              <a:srgbClr val="D0C0B8"/>
            </a:solidFill>
            <a:ln w="12700">
              <a:solidFill>
                <a:srgbClr val="D0C0B8"/>
              </a:solidFill>
              <a:prstDash val="solid"/>
            </a:ln>
          </p:spPr>
        </p:sp>
        <p:sp>
          <p:nvSpPr>
            <p:cNvPr id="118" name="Text 54">
              <a:extLst>
                <a:ext uri="{FF2B5EF4-FFF2-40B4-BE49-F238E27FC236}">
                  <a16:creationId xmlns:a16="http://schemas.microsoft.com/office/drawing/2014/main" id="{3DE4B559-91ED-B156-37F2-DA066AD96325}"/>
                </a:ext>
              </a:extLst>
            </p:cNvPr>
            <p:cNvSpPr/>
            <p:nvPr/>
          </p:nvSpPr>
          <p:spPr>
            <a:xfrm>
              <a:off x="201168" y="3785616"/>
              <a:ext cx="658368" cy="310896"/>
            </a:xfrm>
            <a:prstGeom prst="rect">
              <a:avLst/>
            </a:prstGeom>
            <a:noFill/>
            <a:ln/>
          </p:spPr>
          <p:txBody>
            <a:bodyPr wrap="square" lIns="0" tIns="0" rIns="0" bIns="0" rtlCol="0" anchor="ctr"/>
            <a:lstStyle/>
            <a:p>
              <a:pPr marL="0" indent="0">
                <a:buNone/>
              </a:pPr>
              <a:r>
                <a:rPr lang="en-US" sz="1300" b="1" dirty="0">
                  <a:solidFill>
                    <a:srgbClr val="FF4500"/>
                  </a:solidFill>
                </a:rPr>
                <a:t>US010</a:t>
              </a:r>
              <a:endParaRPr lang="en-US" sz="1300" b="1" dirty="0"/>
            </a:p>
          </p:txBody>
        </p:sp>
        <p:sp>
          <p:nvSpPr>
            <p:cNvPr id="119" name="Text 55">
              <a:extLst>
                <a:ext uri="{FF2B5EF4-FFF2-40B4-BE49-F238E27FC236}">
                  <a16:creationId xmlns:a16="http://schemas.microsoft.com/office/drawing/2014/main" id="{CA92B730-E7B9-0653-99BA-AE8253E9E481}"/>
                </a:ext>
              </a:extLst>
            </p:cNvPr>
            <p:cNvSpPr/>
            <p:nvPr/>
          </p:nvSpPr>
          <p:spPr>
            <a:xfrm>
              <a:off x="950976" y="3785616"/>
              <a:ext cx="4828032" cy="310896"/>
            </a:xfrm>
            <a:prstGeom prst="rect">
              <a:avLst/>
            </a:prstGeom>
            <a:noFill/>
            <a:ln/>
          </p:spPr>
          <p:txBody>
            <a:bodyPr wrap="square" lIns="0" tIns="0" rIns="0" bIns="0" rtlCol="0" anchor="ctr"/>
            <a:lstStyle/>
            <a:p>
              <a:pPr marL="0" indent="0">
                <a:buNone/>
              </a:pPr>
              <a:r>
                <a:rPr lang="en-US" sz="1300" b="1" dirty="0">
                  <a:solidFill>
                    <a:srgbClr val="222222"/>
                  </a:solidFill>
                </a:rPr>
                <a:t>View my order history</a:t>
              </a:r>
              <a:endParaRPr lang="en-US" sz="1300" b="1" dirty="0"/>
            </a:p>
          </p:txBody>
        </p:sp>
        <p:sp>
          <p:nvSpPr>
            <p:cNvPr id="120" name="Text 56">
              <a:extLst>
                <a:ext uri="{FF2B5EF4-FFF2-40B4-BE49-F238E27FC236}">
                  <a16:creationId xmlns:a16="http://schemas.microsoft.com/office/drawing/2014/main" id="{F9A68E4B-109B-0F80-63CC-963AB5531855}"/>
                </a:ext>
              </a:extLst>
            </p:cNvPr>
            <p:cNvSpPr/>
            <p:nvPr/>
          </p:nvSpPr>
          <p:spPr>
            <a:xfrm>
              <a:off x="5888736" y="3785616"/>
              <a:ext cx="3127248" cy="310896"/>
            </a:xfrm>
            <a:prstGeom prst="rect">
              <a:avLst/>
            </a:prstGeom>
            <a:noFill/>
            <a:ln/>
          </p:spPr>
          <p:txBody>
            <a:bodyPr wrap="square" lIns="0" tIns="0" rIns="0" bIns="0" rtlCol="0" anchor="ctr"/>
            <a:lstStyle/>
            <a:p>
              <a:pPr marL="0" indent="0">
                <a:buNone/>
              </a:pPr>
              <a:r>
                <a:rPr lang="en-US" sz="1300" b="1" i="1" dirty="0">
                  <a:solidFill>
                    <a:srgbClr val="555555"/>
                  </a:solidFill>
                </a:rPr>
                <a:t>I can reorder my favourite meals easily</a:t>
              </a:r>
              <a:endParaRPr lang="en-US" sz="1300" b="1" dirty="0"/>
            </a:p>
          </p:txBody>
        </p:sp>
        <p:sp>
          <p:nvSpPr>
            <p:cNvPr id="121" name="Shape 57">
              <a:extLst>
                <a:ext uri="{FF2B5EF4-FFF2-40B4-BE49-F238E27FC236}">
                  <a16:creationId xmlns:a16="http://schemas.microsoft.com/office/drawing/2014/main" id="{871040F8-8920-6604-C94E-825E3472567B}"/>
                </a:ext>
              </a:extLst>
            </p:cNvPr>
            <p:cNvSpPr/>
            <p:nvPr/>
          </p:nvSpPr>
          <p:spPr>
            <a:xfrm>
              <a:off x="109728" y="4114800"/>
              <a:ext cx="8924544" cy="347472"/>
            </a:xfrm>
            <a:prstGeom prst="rect">
              <a:avLst/>
            </a:prstGeom>
            <a:solidFill>
              <a:srgbClr val="FFFFFF"/>
            </a:solidFill>
            <a:ln w="12700">
              <a:solidFill>
                <a:srgbClr val="E0D0C8"/>
              </a:solidFill>
              <a:prstDash val="solid"/>
            </a:ln>
          </p:spPr>
        </p:sp>
        <p:sp>
          <p:nvSpPr>
            <p:cNvPr id="122" name="Shape 58">
              <a:extLst>
                <a:ext uri="{FF2B5EF4-FFF2-40B4-BE49-F238E27FC236}">
                  <a16:creationId xmlns:a16="http://schemas.microsoft.com/office/drawing/2014/main" id="{1A09EC48-E8D9-36DB-91B6-CC2441A60A5B}"/>
                </a:ext>
              </a:extLst>
            </p:cNvPr>
            <p:cNvSpPr/>
            <p:nvPr/>
          </p:nvSpPr>
          <p:spPr>
            <a:xfrm>
              <a:off x="859536" y="4114800"/>
              <a:ext cx="18288" cy="347472"/>
            </a:xfrm>
            <a:prstGeom prst="rect">
              <a:avLst/>
            </a:prstGeom>
            <a:solidFill>
              <a:srgbClr val="D0C0B8"/>
            </a:solidFill>
            <a:ln w="12700">
              <a:solidFill>
                <a:srgbClr val="D0C0B8"/>
              </a:solidFill>
              <a:prstDash val="solid"/>
            </a:ln>
          </p:spPr>
        </p:sp>
        <p:sp>
          <p:nvSpPr>
            <p:cNvPr id="123" name="Shape 59">
              <a:extLst>
                <a:ext uri="{FF2B5EF4-FFF2-40B4-BE49-F238E27FC236}">
                  <a16:creationId xmlns:a16="http://schemas.microsoft.com/office/drawing/2014/main" id="{A6608251-9FE7-5D5B-4592-78E0E30C6131}"/>
                </a:ext>
              </a:extLst>
            </p:cNvPr>
            <p:cNvSpPr/>
            <p:nvPr/>
          </p:nvSpPr>
          <p:spPr>
            <a:xfrm>
              <a:off x="5797296" y="4114800"/>
              <a:ext cx="18288" cy="347472"/>
            </a:xfrm>
            <a:prstGeom prst="rect">
              <a:avLst/>
            </a:prstGeom>
            <a:solidFill>
              <a:srgbClr val="D0C0B8"/>
            </a:solidFill>
            <a:ln w="12700">
              <a:solidFill>
                <a:srgbClr val="D0C0B8"/>
              </a:solidFill>
              <a:prstDash val="solid"/>
            </a:ln>
          </p:spPr>
        </p:sp>
        <p:sp>
          <p:nvSpPr>
            <p:cNvPr id="124" name="Text 60">
              <a:extLst>
                <a:ext uri="{FF2B5EF4-FFF2-40B4-BE49-F238E27FC236}">
                  <a16:creationId xmlns:a16="http://schemas.microsoft.com/office/drawing/2014/main" id="{8A24FB2F-9F1D-5614-98D1-628C6F09C2DE}"/>
                </a:ext>
              </a:extLst>
            </p:cNvPr>
            <p:cNvSpPr/>
            <p:nvPr/>
          </p:nvSpPr>
          <p:spPr>
            <a:xfrm>
              <a:off x="201168" y="4133088"/>
              <a:ext cx="658368" cy="310896"/>
            </a:xfrm>
            <a:prstGeom prst="rect">
              <a:avLst/>
            </a:prstGeom>
            <a:noFill/>
            <a:ln/>
          </p:spPr>
          <p:txBody>
            <a:bodyPr wrap="square" lIns="0" tIns="0" rIns="0" bIns="0" rtlCol="0" anchor="ctr"/>
            <a:lstStyle/>
            <a:p>
              <a:pPr marL="0" indent="0">
                <a:buNone/>
              </a:pPr>
              <a:r>
                <a:rPr lang="en-US" sz="1300" b="1" dirty="0">
                  <a:solidFill>
                    <a:srgbClr val="FF4500"/>
                  </a:solidFill>
                </a:rPr>
                <a:t>US011</a:t>
              </a:r>
              <a:endParaRPr lang="en-US" sz="1300" b="1" dirty="0"/>
            </a:p>
          </p:txBody>
        </p:sp>
        <p:sp>
          <p:nvSpPr>
            <p:cNvPr id="125" name="Text 61">
              <a:extLst>
                <a:ext uri="{FF2B5EF4-FFF2-40B4-BE49-F238E27FC236}">
                  <a16:creationId xmlns:a16="http://schemas.microsoft.com/office/drawing/2014/main" id="{75C5C3CB-2D20-39C7-4009-9515A4C81E43}"/>
                </a:ext>
              </a:extLst>
            </p:cNvPr>
            <p:cNvSpPr/>
            <p:nvPr/>
          </p:nvSpPr>
          <p:spPr>
            <a:xfrm>
              <a:off x="950976" y="4133088"/>
              <a:ext cx="4828032" cy="310896"/>
            </a:xfrm>
            <a:prstGeom prst="rect">
              <a:avLst/>
            </a:prstGeom>
            <a:noFill/>
            <a:ln/>
          </p:spPr>
          <p:txBody>
            <a:bodyPr wrap="square" lIns="0" tIns="0" rIns="0" bIns="0" rtlCol="0" anchor="ctr"/>
            <a:lstStyle/>
            <a:p>
              <a:pPr marL="0" indent="0">
                <a:buNone/>
              </a:pPr>
              <a:r>
                <a:rPr lang="en-US" sz="1300" b="1" dirty="0">
                  <a:solidFill>
                    <a:srgbClr val="222222"/>
                  </a:solidFill>
                </a:rPr>
                <a:t>Rate and review restaurants and delivery partners</a:t>
              </a:r>
              <a:endParaRPr lang="en-US" sz="1300" b="1" dirty="0"/>
            </a:p>
          </p:txBody>
        </p:sp>
        <p:sp>
          <p:nvSpPr>
            <p:cNvPr id="126" name="Text 62">
              <a:extLst>
                <a:ext uri="{FF2B5EF4-FFF2-40B4-BE49-F238E27FC236}">
                  <a16:creationId xmlns:a16="http://schemas.microsoft.com/office/drawing/2014/main" id="{5EFDF4ED-412B-81CE-EEA7-10B33CF3DFCA}"/>
                </a:ext>
              </a:extLst>
            </p:cNvPr>
            <p:cNvSpPr/>
            <p:nvPr/>
          </p:nvSpPr>
          <p:spPr>
            <a:xfrm>
              <a:off x="5888736" y="4133088"/>
              <a:ext cx="3127248" cy="310896"/>
            </a:xfrm>
            <a:prstGeom prst="rect">
              <a:avLst/>
            </a:prstGeom>
            <a:noFill/>
            <a:ln/>
          </p:spPr>
          <p:txBody>
            <a:bodyPr wrap="square" lIns="0" tIns="0" rIns="0" bIns="0" rtlCol="0" anchor="ctr"/>
            <a:lstStyle/>
            <a:p>
              <a:pPr marL="0" indent="0">
                <a:buNone/>
              </a:pPr>
              <a:r>
                <a:rPr lang="en-US" sz="1300" b="1" i="1" dirty="0">
                  <a:solidFill>
                    <a:srgbClr val="555555"/>
                  </a:solidFill>
                </a:rPr>
                <a:t>I can share my experience and help others</a:t>
              </a:r>
              <a:endParaRPr lang="en-US" sz="1300" b="1" dirty="0"/>
            </a:p>
          </p:txBody>
        </p:sp>
        <p:sp>
          <p:nvSpPr>
            <p:cNvPr id="127" name="Shape 63">
              <a:extLst>
                <a:ext uri="{FF2B5EF4-FFF2-40B4-BE49-F238E27FC236}">
                  <a16:creationId xmlns:a16="http://schemas.microsoft.com/office/drawing/2014/main" id="{92439E5E-EF24-76DD-A96C-732CD501283E}"/>
                </a:ext>
              </a:extLst>
            </p:cNvPr>
            <p:cNvSpPr/>
            <p:nvPr/>
          </p:nvSpPr>
          <p:spPr>
            <a:xfrm>
              <a:off x="109728" y="4462272"/>
              <a:ext cx="8924544" cy="347472"/>
            </a:xfrm>
            <a:prstGeom prst="rect">
              <a:avLst/>
            </a:prstGeom>
            <a:solidFill>
              <a:srgbClr val="FFF0E8"/>
            </a:solidFill>
            <a:ln w="12700">
              <a:solidFill>
                <a:srgbClr val="E0D0C8"/>
              </a:solidFill>
              <a:prstDash val="solid"/>
            </a:ln>
          </p:spPr>
        </p:sp>
        <p:sp>
          <p:nvSpPr>
            <p:cNvPr id="128" name="Shape 64">
              <a:extLst>
                <a:ext uri="{FF2B5EF4-FFF2-40B4-BE49-F238E27FC236}">
                  <a16:creationId xmlns:a16="http://schemas.microsoft.com/office/drawing/2014/main" id="{D2BD89C1-A81F-E9D0-E5F5-4C1EC25AA003}"/>
                </a:ext>
              </a:extLst>
            </p:cNvPr>
            <p:cNvSpPr/>
            <p:nvPr/>
          </p:nvSpPr>
          <p:spPr>
            <a:xfrm>
              <a:off x="859536" y="4462272"/>
              <a:ext cx="18288" cy="347472"/>
            </a:xfrm>
            <a:prstGeom prst="rect">
              <a:avLst/>
            </a:prstGeom>
            <a:solidFill>
              <a:srgbClr val="D0C0B8"/>
            </a:solidFill>
            <a:ln w="12700">
              <a:solidFill>
                <a:srgbClr val="D0C0B8"/>
              </a:solidFill>
              <a:prstDash val="solid"/>
            </a:ln>
          </p:spPr>
        </p:sp>
        <p:sp>
          <p:nvSpPr>
            <p:cNvPr id="129" name="Shape 65">
              <a:extLst>
                <a:ext uri="{FF2B5EF4-FFF2-40B4-BE49-F238E27FC236}">
                  <a16:creationId xmlns:a16="http://schemas.microsoft.com/office/drawing/2014/main" id="{4BF6B5D2-F635-6C55-0A7E-C73024D2FD14}"/>
                </a:ext>
              </a:extLst>
            </p:cNvPr>
            <p:cNvSpPr/>
            <p:nvPr/>
          </p:nvSpPr>
          <p:spPr>
            <a:xfrm>
              <a:off x="5797296" y="4462272"/>
              <a:ext cx="18288" cy="347472"/>
            </a:xfrm>
            <a:prstGeom prst="rect">
              <a:avLst/>
            </a:prstGeom>
            <a:solidFill>
              <a:srgbClr val="D0C0B8"/>
            </a:solidFill>
            <a:ln w="12700">
              <a:solidFill>
                <a:srgbClr val="D0C0B8"/>
              </a:solidFill>
              <a:prstDash val="solid"/>
            </a:ln>
          </p:spPr>
        </p:sp>
        <p:sp>
          <p:nvSpPr>
            <p:cNvPr id="130" name="Text 66">
              <a:extLst>
                <a:ext uri="{FF2B5EF4-FFF2-40B4-BE49-F238E27FC236}">
                  <a16:creationId xmlns:a16="http://schemas.microsoft.com/office/drawing/2014/main" id="{7267F99E-C037-F135-F194-141EF03D0336}"/>
                </a:ext>
              </a:extLst>
            </p:cNvPr>
            <p:cNvSpPr/>
            <p:nvPr/>
          </p:nvSpPr>
          <p:spPr>
            <a:xfrm>
              <a:off x="201168" y="4480560"/>
              <a:ext cx="658368" cy="310896"/>
            </a:xfrm>
            <a:prstGeom prst="rect">
              <a:avLst/>
            </a:prstGeom>
            <a:noFill/>
            <a:ln/>
          </p:spPr>
          <p:txBody>
            <a:bodyPr wrap="square" lIns="0" tIns="0" rIns="0" bIns="0" rtlCol="0" anchor="ctr"/>
            <a:lstStyle/>
            <a:p>
              <a:pPr marL="0" indent="0">
                <a:buNone/>
              </a:pPr>
              <a:r>
                <a:rPr lang="en-US" sz="1300" b="1" dirty="0">
                  <a:solidFill>
                    <a:srgbClr val="FF4500"/>
                  </a:solidFill>
                </a:rPr>
                <a:t>US012</a:t>
              </a:r>
              <a:endParaRPr lang="en-US" sz="1300" b="1" dirty="0"/>
            </a:p>
          </p:txBody>
        </p:sp>
        <p:sp>
          <p:nvSpPr>
            <p:cNvPr id="131" name="Text 67">
              <a:extLst>
                <a:ext uri="{FF2B5EF4-FFF2-40B4-BE49-F238E27FC236}">
                  <a16:creationId xmlns:a16="http://schemas.microsoft.com/office/drawing/2014/main" id="{35018F9A-440E-9836-C6BF-104146A2CCA9}"/>
                </a:ext>
              </a:extLst>
            </p:cNvPr>
            <p:cNvSpPr/>
            <p:nvPr/>
          </p:nvSpPr>
          <p:spPr>
            <a:xfrm>
              <a:off x="950976" y="4480560"/>
              <a:ext cx="4828032" cy="310896"/>
            </a:xfrm>
            <a:prstGeom prst="rect">
              <a:avLst/>
            </a:prstGeom>
            <a:noFill/>
            <a:ln/>
          </p:spPr>
          <p:txBody>
            <a:bodyPr wrap="square" lIns="0" tIns="0" rIns="0" bIns="0" rtlCol="0" anchor="ctr"/>
            <a:lstStyle/>
            <a:p>
              <a:pPr marL="0" indent="0">
                <a:buNone/>
              </a:pPr>
              <a:r>
                <a:rPr lang="en-US" sz="1300" b="1" dirty="0">
                  <a:solidFill>
                    <a:srgbClr val="222222"/>
                  </a:solidFill>
                </a:rPr>
                <a:t>Save multiple delivery addresses</a:t>
              </a:r>
              <a:endParaRPr lang="en-US" sz="1300" b="1" dirty="0"/>
            </a:p>
          </p:txBody>
        </p:sp>
        <p:sp>
          <p:nvSpPr>
            <p:cNvPr id="132" name="Text 68">
              <a:extLst>
                <a:ext uri="{FF2B5EF4-FFF2-40B4-BE49-F238E27FC236}">
                  <a16:creationId xmlns:a16="http://schemas.microsoft.com/office/drawing/2014/main" id="{1485584B-0969-29C8-2515-D64F9786A5D8}"/>
                </a:ext>
              </a:extLst>
            </p:cNvPr>
            <p:cNvSpPr/>
            <p:nvPr/>
          </p:nvSpPr>
          <p:spPr>
            <a:xfrm>
              <a:off x="5888736" y="4480560"/>
              <a:ext cx="3127248" cy="310896"/>
            </a:xfrm>
            <a:prstGeom prst="rect">
              <a:avLst/>
            </a:prstGeom>
            <a:noFill/>
            <a:ln/>
          </p:spPr>
          <p:txBody>
            <a:bodyPr wrap="square" lIns="0" tIns="0" rIns="0" bIns="0" rtlCol="0" anchor="ctr"/>
            <a:lstStyle/>
            <a:p>
              <a:pPr marL="0" indent="0">
                <a:buNone/>
              </a:pPr>
              <a:r>
                <a:rPr lang="en-US" sz="1300" b="1" i="1" dirty="0">
                  <a:solidFill>
                    <a:srgbClr val="555555"/>
                  </a:solidFill>
                </a:rPr>
                <a:t>I can order to different locations conveniently</a:t>
              </a:r>
              <a:endParaRPr lang="en-US" sz="1300" b="1" dirty="0"/>
            </a:p>
          </p:txBody>
        </p:sp>
      </p:grpSp>
    </p:spTree>
    <p:extLst>
      <p:ext uri="{BB962C8B-B14F-4D97-AF65-F5344CB8AC3E}">
        <p14:creationId xmlns:p14="http://schemas.microsoft.com/office/powerpoint/2010/main" val="17759641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B03FC-BC86-B95A-E0E5-9D8185B86BC2}"/>
              </a:ext>
            </a:extLst>
          </p:cNvPr>
          <p:cNvSpPr>
            <a:spLocks noGrp="1"/>
          </p:cNvSpPr>
          <p:nvPr>
            <p:ph type="title"/>
          </p:nvPr>
        </p:nvSpPr>
        <p:spPr>
          <a:xfrm>
            <a:off x="115169" y="178777"/>
            <a:ext cx="9404723" cy="1400530"/>
          </a:xfrm>
        </p:spPr>
        <p:txBody>
          <a:bodyPr/>
          <a:lstStyle/>
          <a:p>
            <a:r>
              <a:rPr lang="en-US" sz="3500" b="1" dirty="0"/>
              <a:t>CONT…</a:t>
            </a:r>
            <a:endParaRPr lang="en-IN" sz="3500" b="1" dirty="0"/>
          </a:p>
        </p:txBody>
      </p:sp>
      <p:sp>
        <p:nvSpPr>
          <p:cNvPr id="4" name="Footer Placeholder 3">
            <a:extLst>
              <a:ext uri="{FF2B5EF4-FFF2-40B4-BE49-F238E27FC236}">
                <a16:creationId xmlns:a16="http://schemas.microsoft.com/office/drawing/2014/main" id="{67CB7E83-2F6D-DBCD-38B1-3E6EDC76BAA3}"/>
              </a:ext>
            </a:extLst>
          </p:cNvPr>
          <p:cNvSpPr>
            <a:spLocks noGrp="1"/>
          </p:cNvSpPr>
          <p:nvPr>
            <p:ph type="ftr" sz="quarter" idx="11"/>
          </p:nvPr>
        </p:nvSpPr>
        <p:spPr/>
        <p:txBody>
          <a:bodyPr/>
          <a:lstStyle/>
          <a:p>
            <a:r>
              <a:rPr lang="en-IN"/>
              <a:t>DHIRUBHAI AMBANI UNIVERSITY</a:t>
            </a:r>
          </a:p>
        </p:txBody>
      </p:sp>
      <p:sp>
        <p:nvSpPr>
          <p:cNvPr id="5" name="Slide Number Placeholder 4">
            <a:extLst>
              <a:ext uri="{FF2B5EF4-FFF2-40B4-BE49-F238E27FC236}">
                <a16:creationId xmlns:a16="http://schemas.microsoft.com/office/drawing/2014/main" id="{D2430307-F128-2A17-9154-4725A9BFE27A}"/>
              </a:ext>
            </a:extLst>
          </p:cNvPr>
          <p:cNvSpPr>
            <a:spLocks noGrp="1"/>
          </p:cNvSpPr>
          <p:nvPr>
            <p:ph type="sldNum" sz="quarter" idx="12"/>
          </p:nvPr>
        </p:nvSpPr>
        <p:spPr/>
        <p:txBody>
          <a:bodyPr/>
          <a:lstStyle/>
          <a:p>
            <a:fld id="{B035404B-7E99-4F63-A61D-6FB719BCDCFF}" type="slidenum">
              <a:rPr lang="en-IN" smtClean="0"/>
              <a:t>5</a:t>
            </a:fld>
            <a:endParaRPr lang="en-IN"/>
          </a:p>
        </p:txBody>
      </p:sp>
      <p:grpSp>
        <p:nvGrpSpPr>
          <p:cNvPr id="6" name="Group 5">
            <a:extLst>
              <a:ext uri="{FF2B5EF4-FFF2-40B4-BE49-F238E27FC236}">
                <a16:creationId xmlns:a16="http://schemas.microsoft.com/office/drawing/2014/main" id="{E9781822-30D2-B825-E523-D40E5301C7D7}"/>
              </a:ext>
            </a:extLst>
          </p:cNvPr>
          <p:cNvGrpSpPr/>
          <p:nvPr/>
        </p:nvGrpSpPr>
        <p:grpSpPr>
          <a:xfrm>
            <a:off x="326038" y="1268362"/>
            <a:ext cx="10332130" cy="4975122"/>
            <a:chOff x="109728" y="987552"/>
            <a:chExt cx="8997696" cy="2779776"/>
          </a:xfrm>
        </p:grpSpPr>
        <p:sp>
          <p:nvSpPr>
            <p:cNvPr id="7" name="Shape 5">
              <a:extLst>
                <a:ext uri="{FF2B5EF4-FFF2-40B4-BE49-F238E27FC236}">
                  <a16:creationId xmlns:a16="http://schemas.microsoft.com/office/drawing/2014/main" id="{4887E949-CD76-AAC7-1811-DA967F0F1C82}"/>
                </a:ext>
              </a:extLst>
            </p:cNvPr>
            <p:cNvSpPr/>
            <p:nvPr/>
          </p:nvSpPr>
          <p:spPr>
            <a:xfrm>
              <a:off x="109728" y="987552"/>
              <a:ext cx="8924544" cy="347472"/>
            </a:xfrm>
            <a:prstGeom prst="rect">
              <a:avLst/>
            </a:prstGeom>
            <a:solidFill>
              <a:srgbClr val="E8620A"/>
            </a:solidFill>
            <a:ln w="12700">
              <a:solidFill>
                <a:srgbClr val="E8620A"/>
              </a:solidFill>
              <a:prstDash val="solid"/>
            </a:ln>
          </p:spPr>
        </p:sp>
        <p:sp>
          <p:nvSpPr>
            <p:cNvPr id="8" name="Text 6">
              <a:extLst>
                <a:ext uri="{FF2B5EF4-FFF2-40B4-BE49-F238E27FC236}">
                  <a16:creationId xmlns:a16="http://schemas.microsoft.com/office/drawing/2014/main" id="{0F1FB03A-FCE7-22CB-942E-0CDF94A95949}"/>
                </a:ext>
              </a:extLst>
            </p:cNvPr>
            <p:cNvSpPr/>
            <p:nvPr/>
          </p:nvSpPr>
          <p:spPr>
            <a:xfrm>
              <a:off x="182880" y="987552"/>
              <a:ext cx="749808" cy="347472"/>
            </a:xfrm>
            <a:prstGeom prst="rect">
              <a:avLst/>
            </a:prstGeom>
            <a:noFill/>
            <a:ln/>
          </p:spPr>
          <p:txBody>
            <a:bodyPr wrap="square" lIns="0" tIns="0" rIns="0" bIns="0" rtlCol="0" anchor="ctr"/>
            <a:lstStyle/>
            <a:p>
              <a:pPr marL="0" indent="0">
                <a:buNone/>
              </a:pPr>
              <a:r>
                <a:rPr lang="en-US" sz="1300" b="1" dirty="0">
                  <a:solidFill>
                    <a:srgbClr val="FFFFFF"/>
                  </a:solidFill>
                </a:rPr>
                <a:t>ID</a:t>
              </a:r>
              <a:endParaRPr lang="en-US" sz="1300" b="1" dirty="0"/>
            </a:p>
          </p:txBody>
        </p:sp>
        <p:sp>
          <p:nvSpPr>
            <p:cNvPr id="9" name="Text 7">
              <a:extLst>
                <a:ext uri="{FF2B5EF4-FFF2-40B4-BE49-F238E27FC236}">
                  <a16:creationId xmlns:a16="http://schemas.microsoft.com/office/drawing/2014/main" id="{4AAE47D4-9638-2816-50DC-8488C1338B4E}"/>
                </a:ext>
              </a:extLst>
            </p:cNvPr>
            <p:cNvSpPr/>
            <p:nvPr/>
          </p:nvSpPr>
          <p:spPr>
            <a:xfrm>
              <a:off x="950976" y="987552"/>
              <a:ext cx="4919472" cy="347472"/>
            </a:xfrm>
            <a:prstGeom prst="rect">
              <a:avLst/>
            </a:prstGeom>
            <a:noFill/>
            <a:ln/>
          </p:spPr>
          <p:txBody>
            <a:bodyPr wrap="square" lIns="0" tIns="0" rIns="0" bIns="0" rtlCol="0" anchor="ctr"/>
            <a:lstStyle/>
            <a:p>
              <a:pPr marL="0" indent="0">
                <a:buNone/>
              </a:pPr>
              <a:r>
                <a:rPr lang="en-US" sz="1300" b="1" dirty="0">
                  <a:solidFill>
                    <a:srgbClr val="FFFFFF"/>
                  </a:solidFill>
                </a:rPr>
                <a:t>As a user, I want to...</a:t>
              </a:r>
              <a:endParaRPr lang="en-US" sz="1300" b="1" dirty="0"/>
            </a:p>
          </p:txBody>
        </p:sp>
        <p:sp>
          <p:nvSpPr>
            <p:cNvPr id="10" name="Text 8">
              <a:extLst>
                <a:ext uri="{FF2B5EF4-FFF2-40B4-BE49-F238E27FC236}">
                  <a16:creationId xmlns:a16="http://schemas.microsoft.com/office/drawing/2014/main" id="{ED0C155D-C64F-2C57-5BD1-676F73532440}"/>
                </a:ext>
              </a:extLst>
            </p:cNvPr>
            <p:cNvSpPr/>
            <p:nvPr/>
          </p:nvSpPr>
          <p:spPr>
            <a:xfrm>
              <a:off x="5888736" y="987552"/>
              <a:ext cx="3218688" cy="347472"/>
            </a:xfrm>
            <a:prstGeom prst="rect">
              <a:avLst/>
            </a:prstGeom>
            <a:noFill/>
            <a:ln/>
          </p:spPr>
          <p:txBody>
            <a:bodyPr wrap="square" lIns="0" tIns="0" rIns="0" bIns="0" rtlCol="0" anchor="ctr"/>
            <a:lstStyle/>
            <a:p>
              <a:pPr marL="0" indent="0">
                <a:buNone/>
              </a:pPr>
              <a:r>
                <a:rPr lang="en-US" sz="1300" b="1" dirty="0">
                  <a:solidFill>
                    <a:srgbClr val="FFFFFF"/>
                  </a:solidFill>
                </a:rPr>
                <a:t>So that...</a:t>
              </a:r>
              <a:endParaRPr lang="en-US" sz="1300" b="1" dirty="0"/>
            </a:p>
          </p:txBody>
        </p:sp>
        <p:sp>
          <p:nvSpPr>
            <p:cNvPr id="11" name="Shape 9">
              <a:extLst>
                <a:ext uri="{FF2B5EF4-FFF2-40B4-BE49-F238E27FC236}">
                  <a16:creationId xmlns:a16="http://schemas.microsoft.com/office/drawing/2014/main" id="{84797670-776C-6B69-01FA-FBFDA71B5845}"/>
                </a:ext>
              </a:extLst>
            </p:cNvPr>
            <p:cNvSpPr/>
            <p:nvPr/>
          </p:nvSpPr>
          <p:spPr>
            <a:xfrm>
              <a:off x="109728" y="1335024"/>
              <a:ext cx="8924544" cy="347472"/>
            </a:xfrm>
            <a:prstGeom prst="rect">
              <a:avLst/>
            </a:prstGeom>
            <a:solidFill>
              <a:srgbClr val="FFFFFF"/>
            </a:solidFill>
            <a:ln w="12700">
              <a:solidFill>
                <a:srgbClr val="E0D0C8"/>
              </a:solidFill>
              <a:prstDash val="solid"/>
            </a:ln>
          </p:spPr>
        </p:sp>
        <p:sp>
          <p:nvSpPr>
            <p:cNvPr id="12" name="Shape 10">
              <a:extLst>
                <a:ext uri="{FF2B5EF4-FFF2-40B4-BE49-F238E27FC236}">
                  <a16:creationId xmlns:a16="http://schemas.microsoft.com/office/drawing/2014/main" id="{2CFF0BF8-5FA9-A8D1-936F-66AD01ACF831}"/>
                </a:ext>
              </a:extLst>
            </p:cNvPr>
            <p:cNvSpPr/>
            <p:nvPr/>
          </p:nvSpPr>
          <p:spPr>
            <a:xfrm>
              <a:off x="859536" y="1335024"/>
              <a:ext cx="18288" cy="347472"/>
            </a:xfrm>
            <a:prstGeom prst="rect">
              <a:avLst/>
            </a:prstGeom>
            <a:solidFill>
              <a:srgbClr val="D0C0B8"/>
            </a:solidFill>
            <a:ln w="12700">
              <a:solidFill>
                <a:srgbClr val="D0C0B8"/>
              </a:solidFill>
              <a:prstDash val="solid"/>
            </a:ln>
          </p:spPr>
        </p:sp>
        <p:sp>
          <p:nvSpPr>
            <p:cNvPr id="13" name="Shape 11">
              <a:extLst>
                <a:ext uri="{FF2B5EF4-FFF2-40B4-BE49-F238E27FC236}">
                  <a16:creationId xmlns:a16="http://schemas.microsoft.com/office/drawing/2014/main" id="{9DF03DA9-A88B-7A8D-AA09-52463F31E435}"/>
                </a:ext>
              </a:extLst>
            </p:cNvPr>
            <p:cNvSpPr/>
            <p:nvPr/>
          </p:nvSpPr>
          <p:spPr>
            <a:xfrm>
              <a:off x="5797296" y="1335024"/>
              <a:ext cx="18288" cy="347472"/>
            </a:xfrm>
            <a:prstGeom prst="rect">
              <a:avLst/>
            </a:prstGeom>
            <a:solidFill>
              <a:srgbClr val="D0C0B8"/>
            </a:solidFill>
            <a:ln w="12700">
              <a:solidFill>
                <a:srgbClr val="D0C0B8"/>
              </a:solidFill>
              <a:prstDash val="solid"/>
            </a:ln>
          </p:spPr>
        </p:sp>
        <p:sp>
          <p:nvSpPr>
            <p:cNvPr id="14" name="Text 12">
              <a:extLst>
                <a:ext uri="{FF2B5EF4-FFF2-40B4-BE49-F238E27FC236}">
                  <a16:creationId xmlns:a16="http://schemas.microsoft.com/office/drawing/2014/main" id="{3A81FBF4-C927-EF40-370C-402B1CA83F5B}"/>
                </a:ext>
              </a:extLst>
            </p:cNvPr>
            <p:cNvSpPr/>
            <p:nvPr/>
          </p:nvSpPr>
          <p:spPr>
            <a:xfrm>
              <a:off x="201168" y="1353312"/>
              <a:ext cx="658368" cy="310896"/>
            </a:xfrm>
            <a:prstGeom prst="rect">
              <a:avLst/>
            </a:prstGeom>
            <a:noFill/>
            <a:ln/>
          </p:spPr>
          <p:txBody>
            <a:bodyPr wrap="square" lIns="0" tIns="0" rIns="0" bIns="0" rtlCol="0" anchor="ctr"/>
            <a:lstStyle/>
            <a:p>
              <a:pPr marL="0" indent="0">
                <a:buNone/>
              </a:pPr>
              <a:r>
                <a:rPr lang="en-US" sz="1300" b="1" dirty="0">
                  <a:solidFill>
                    <a:srgbClr val="E8620A"/>
                  </a:solidFill>
                </a:rPr>
                <a:t>US013</a:t>
              </a:r>
              <a:endParaRPr lang="en-US" sz="1300" b="1" dirty="0"/>
            </a:p>
          </p:txBody>
        </p:sp>
        <p:sp>
          <p:nvSpPr>
            <p:cNvPr id="15" name="Text 13">
              <a:extLst>
                <a:ext uri="{FF2B5EF4-FFF2-40B4-BE49-F238E27FC236}">
                  <a16:creationId xmlns:a16="http://schemas.microsoft.com/office/drawing/2014/main" id="{512391AE-5130-03BA-99FA-E694F58BEC6A}"/>
                </a:ext>
              </a:extLst>
            </p:cNvPr>
            <p:cNvSpPr/>
            <p:nvPr/>
          </p:nvSpPr>
          <p:spPr>
            <a:xfrm>
              <a:off x="950976" y="1353312"/>
              <a:ext cx="4828032" cy="310896"/>
            </a:xfrm>
            <a:prstGeom prst="rect">
              <a:avLst/>
            </a:prstGeom>
            <a:noFill/>
            <a:ln/>
          </p:spPr>
          <p:txBody>
            <a:bodyPr wrap="square" lIns="0" tIns="0" rIns="0" bIns="0" rtlCol="0" anchor="ctr"/>
            <a:lstStyle/>
            <a:p>
              <a:pPr marL="0" indent="0">
                <a:buNone/>
              </a:pPr>
              <a:r>
                <a:rPr lang="en-US" sz="1300" b="1" dirty="0">
                  <a:solidFill>
                    <a:srgbClr val="222222"/>
                  </a:solidFill>
                </a:rPr>
                <a:t>Register my restaurant with complete details</a:t>
              </a:r>
              <a:endParaRPr lang="en-US" sz="1300" b="1" dirty="0"/>
            </a:p>
          </p:txBody>
        </p:sp>
        <p:sp>
          <p:nvSpPr>
            <p:cNvPr id="16" name="Text 14">
              <a:extLst>
                <a:ext uri="{FF2B5EF4-FFF2-40B4-BE49-F238E27FC236}">
                  <a16:creationId xmlns:a16="http://schemas.microsoft.com/office/drawing/2014/main" id="{E59EF548-7A52-E45A-0C07-C9446DA8577B}"/>
                </a:ext>
              </a:extLst>
            </p:cNvPr>
            <p:cNvSpPr/>
            <p:nvPr/>
          </p:nvSpPr>
          <p:spPr>
            <a:xfrm>
              <a:off x="5888736" y="1353312"/>
              <a:ext cx="3127248" cy="310896"/>
            </a:xfrm>
            <a:prstGeom prst="rect">
              <a:avLst/>
            </a:prstGeom>
            <a:noFill/>
            <a:ln/>
          </p:spPr>
          <p:txBody>
            <a:bodyPr wrap="square" lIns="0" tIns="0" rIns="0" bIns="0" rtlCol="0" anchor="ctr"/>
            <a:lstStyle/>
            <a:p>
              <a:pPr marL="0" indent="0">
                <a:buNone/>
              </a:pPr>
              <a:r>
                <a:rPr lang="en-US" sz="1300" b="1" i="1" dirty="0">
                  <a:solidFill>
                    <a:srgbClr val="555555"/>
                  </a:solidFill>
                </a:rPr>
                <a:t>Customers can discover my business</a:t>
              </a:r>
              <a:endParaRPr lang="en-US" sz="1300" b="1" dirty="0"/>
            </a:p>
          </p:txBody>
        </p:sp>
        <p:sp>
          <p:nvSpPr>
            <p:cNvPr id="17" name="Shape 15">
              <a:extLst>
                <a:ext uri="{FF2B5EF4-FFF2-40B4-BE49-F238E27FC236}">
                  <a16:creationId xmlns:a16="http://schemas.microsoft.com/office/drawing/2014/main" id="{9518293D-6179-61CB-FAC8-29EE1D8AE4DA}"/>
                </a:ext>
              </a:extLst>
            </p:cNvPr>
            <p:cNvSpPr/>
            <p:nvPr/>
          </p:nvSpPr>
          <p:spPr>
            <a:xfrm>
              <a:off x="109728" y="1682496"/>
              <a:ext cx="8924544" cy="347472"/>
            </a:xfrm>
            <a:prstGeom prst="rect">
              <a:avLst/>
            </a:prstGeom>
            <a:solidFill>
              <a:srgbClr val="FFF0E8"/>
            </a:solidFill>
            <a:ln w="12700">
              <a:solidFill>
                <a:srgbClr val="E0D0C8"/>
              </a:solidFill>
              <a:prstDash val="solid"/>
            </a:ln>
          </p:spPr>
        </p:sp>
        <p:sp>
          <p:nvSpPr>
            <p:cNvPr id="18" name="Shape 16">
              <a:extLst>
                <a:ext uri="{FF2B5EF4-FFF2-40B4-BE49-F238E27FC236}">
                  <a16:creationId xmlns:a16="http://schemas.microsoft.com/office/drawing/2014/main" id="{EDD890DF-14B5-0C33-F47E-D1958CD0D4CB}"/>
                </a:ext>
              </a:extLst>
            </p:cNvPr>
            <p:cNvSpPr/>
            <p:nvPr/>
          </p:nvSpPr>
          <p:spPr>
            <a:xfrm>
              <a:off x="859536" y="1682496"/>
              <a:ext cx="18288" cy="347472"/>
            </a:xfrm>
            <a:prstGeom prst="rect">
              <a:avLst/>
            </a:prstGeom>
            <a:solidFill>
              <a:srgbClr val="D0C0B8"/>
            </a:solidFill>
            <a:ln w="12700">
              <a:solidFill>
                <a:srgbClr val="D0C0B8"/>
              </a:solidFill>
              <a:prstDash val="solid"/>
            </a:ln>
          </p:spPr>
        </p:sp>
        <p:sp>
          <p:nvSpPr>
            <p:cNvPr id="19" name="Shape 17">
              <a:extLst>
                <a:ext uri="{FF2B5EF4-FFF2-40B4-BE49-F238E27FC236}">
                  <a16:creationId xmlns:a16="http://schemas.microsoft.com/office/drawing/2014/main" id="{F715B398-8B89-FF97-15AE-F1089B807AE3}"/>
                </a:ext>
              </a:extLst>
            </p:cNvPr>
            <p:cNvSpPr/>
            <p:nvPr/>
          </p:nvSpPr>
          <p:spPr>
            <a:xfrm>
              <a:off x="5797296" y="1682496"/>
              <a:ext cx="18288" cy="347472"/>
            </a:xfrm>
            <a:prstGeom prst="rect">
              <a:avLst/>
            </a:prstGeom>
            <a:solidFill>
              <a:srgbClr val="D0C0B8"/>
            </a:solidFill>
            <a:ln w="12700">
              <a:solidFill>
                <a:srgbClr val="D0C0B8"/>
              </a:solidFill>
              <a:prstDash val="solid"/>
            </a:ln>
          </p:spPr>
        </p:sp>
        <p:sp>
          <p:nvSpPr>
            <p:cNvPr id="20" name="Text 18">
              <a:extLst>
                <a:ext uri="{FF2B5EF4-FFF2-40B4-BE49-F238E27FC236}">
                  <a16:creationId xmlns:a16="http://schemas.microsoft.com/office/drawing/2014/main" id="{3D39F3E0-C5E6-5982-1183-AA2C95FA3E41}"/>
                </a:ext>
              </a:extLst>
            </p:cNvPr>
            <p:cNvSpPr/>
            <p:nvPr/>
          </p:nvSpPr>
          <p:spPr>
            <a:xfrm>
              <a:off x="201168" y="1700784"/>
              <a:ext cx="658368" cy="310896"/>
            </a:xfrm>
            <a:prstGeom prst="rect">
              <a:avLst/>
            </a:prstGeom>
            <a:noFill/>
            <a:ln/>
          </p:spPr>
          <p:txBody>
            <a:bodyPr wrap="square" lIns="0" tIns="0" rIns="0" bIns="0" rtlCol="0" anchor="ctr"/>
            <a:lstStyle/>
            <a:p>
              <a:pPr marL="0" indent="0">
                <a:buNone/>
              </a:pPr>
              <a:r>
                <a:rPr lang="en-US" sz="1300" b="1" dirty="0">
                  <a:solidFill>
                    <a:srgbClr val="E8620A"/>
                  </a:solidFill>
                </a:rPr>
                <a:t>US014</a:t>
              </a:r>
              <a:endParaRPr lang="en-US" sz="1300" b="1" dirty="0"/>
            </a:p>
          </p:txBody>
        </p:sp>
        <p:sp>
          <p:nvSpPr>
            <p:cNvPr id="21" name="Text 19">
              <a:extLst>
                <a:ext uri="{FF2B5EF4-FFF2-40B4-BE49-F238E27FC236}">
                  <a16:creationId xmlns:a16="http://schemas.microsoft.com/office/drawing/2014/main" id="{9E0649CC-3BC1-8CB6-8738-494FC48E98E1}"/>
                </a:ext>
              </a:extLst>
            </p:cNvPr>
            <p:cNvSpPr/>
            <p:nvPr/>
          </p:nvSpPr>
          <p:spPr>
            <a:xfrm>
              <a:off x="950976" y="1700784"/>
              <a:ext cx="4828032" cy="310896"/>
            </a:xfrm>
            <a:prstGeom prst="rect">
              <a:avLst/>
            </a:prstGeom>
            <a:noFill/>
            <a:ln/>
          </p:spPr>
          <p:txBody>
            <a:bodyPr wrap="square" lIns="0" tIns="0" rIns="0" bIns="0" rtlCol="0" anchor="ctr"/>
            <a:lstStyle/>
            <a:p>
              <a:pPr marL="0" indent="0">
                <a:buNone/>
              </a:pPr>
              <a:r>
                <a:rPr lang="en-US" sz="1300" b="1" dirty="0">
                  <a:solidFill>
                    <a:srgbClr val="222222"/>
                  </a:solidFill>
                </a:rPr>
                <a:t>Manage my menu by adding, editing or removing items</a:t>
              </a:r>
              <a:endParaRPr lang="en-US" sz="1300" b="1" dirty="0"/>
            </a:p>
          </p:txBody>
        </p:sp>
        <p:sp>
          <p:nvSpPr>
            <p:cNvPr id="22" name="Text 20">
              <a:extLst>
                <a:ext uri="{FF2B5EF4-FFF2-40B4-BE49-F238E27FC236}">
                  <a16:creationId xmlns:a16="http://schemas.microsoft.com/office/drawing/2014/main" id="{F93091CB-52F6-1845-1326-63BE778931FC}"/>
                </a:ext>
              </a:extLst>
            </p:cNvPr>
            <p:cNvSpPr/>
            <p:nvPr/>
          </p:nvSpPr>
          <p:spPr>
            <a:xfrm>
              <a:off x="5888736" y="1700784"/>
              <a:ext cx="3127248" cy="310896"/>
            </a:xfrm>
            <a:prstGeom prst="rect">
              <a:avLst/>
            </a:prstGeom>
            <a:noFill/>
            <a:ln/>
          </p:spPr>
          <p:txBody>
            <a:bodyPr wrap="square" lIns="0" tIns="0" rIns="0" bIns="0" rtlCol="0" anchor="ctr"/>
            <a:lstStyle/>
            <a:p>
              <a:pPr marL="0" indent="0">
                <a:buNone/>
              </a:pPr>
              <a:r>
                <a:rPr lang="en-US" sz="1300" b="1" i="1" dirty="0">
                  <a:solidFill>
                    <a:srgbClr val="555555"/>
                  </a:solidFill>
                </a:rPr>
                <a:t>My offerings stay current</a:t>
              </a:r>
              <a:endParaRPr lang="en-US" sz="1300" b="1" dirty="0"/>
            </a:p>
          </p:txBody>
        </p:sp>
        <p:sp>
          <p:nvSpPr>
            <p:cNvPr id="23" name="Shape 21">
              <a:extLst>
                <a:ext uri="{FF2B5EF4-FFF2-40B4-BE49-F238E27FC236}">
                  <a16:creationId xmlns:a16="http://schemas.microsoft.com/office/drawing/2014/main" id="{8551653F-482B-9517-B7E0-22CB00F910BE}"/>
                </a:ext>
              </a:extLst>
            </p:cNvPr>
            <p:cNvSpPr/>
            <p:nvPr/>
          </p:nvSpPr>
          <p:spPr>
            <a:xfrm>
              <a:off x="109728" y="2029968"/>
              <a:ext cx="8924544" cy="347472"/>
            </a:xfrm>
            <a:prstGeom prst="rect">
              <a:avLst/>
            </a:prstGeom>
            <a:solidFill>
              <a:srgbClr val="FFFFFF"/>
            </a:solidFill>
            <a:ln w="12700">
              <a:solidFill>
                <a:srgbClr val="E0D0C8"/>
              </a:solidFill>
              <a:prstDash val="solid"/>
            </a:ln>
          </p:spPr>
        </p:sp>
        <p:sp>
          <p:nvSpPr>
            <p:cNvPr id="24" name="Shape 22">
              <a:extLst>
                <a:ext uri="{FF2B5EF4-FFF2-40B4-BE49-F238E27FC236}">
                  <a16:creationId xmlns:a16="http://schemas.microsoft.com/office/drawing/2014/main" id="{6689B440-7306-0AB0-6429-74F5AEE6AF8E}"/>
                </a:ext>
              </a:extLst>
            </p:cNvPr>
            <p:cNvSpPr/>
            <p:nvPr/>
          </p:nvSpPr>
          <p:spPr>
            <a:xfrm>
              <a:off x="859536" y="2029968"/>
              <a:ext cx="18288" cy="347472"/>
            </a:xfrm>
            <a:prstGeom prst="rect">
              <a:avLst/>
            </a:prstGeom>
            <a:solidFill>
              <a:srgbClr val="D0C0B8"/>
            </a:solidFill>
            <a:ln w="12700">
              <a:solidFill>
                <a:srgbClr val="D0C0B8"/>
              </a:solidFill>
              <a:prstDash val="solid"/>
            </a:ln>
          </p:spPr>
        </p:sp>
        <p:sp>
          <p:nvSpPr>
            <p:cNvPr id="25" name="Shape 23">
              <a:extLst>
                <a:ext uri="{FF2B5EF4-FFF2-40B4-BE49-F238E27FC236}">
                  <a16:creationId xmlns:a16="http://schemas.microsoft.com/office/drawing/2014/main" id="{A917B815-5E81-412A-762B-9C024AC1274D}"/>
                </a:ext>
              </a:extLst>
            </p:cNvPr>
            <p:cNvSpPr/>
            <p:nvPr/>
          </p:nvSpPr>
          <p:spPr>
            <a:xfrm>
              <a:off x="5797296" y="2029968"/>
              <a:ext cx="18288" cy="347472"/>
            </a:xfrm>
            <a:prstGeom prst="rect">
              <a:avLst/>
            </a:prstGeom>
            <a:solidFill>
              <a:srgbClr val="D0C0B8"/>
            </a:solidFill>
            <a:ln w="12700">
              <a:solidFill>
                <a:srgbClr val="D0C0B8"/>
              </a:solidFill>
              <a:prstDash val="solid"/>
            </a:ln>
          </p:spPr>
        </p:sp>
        <p:sp>
          <p:nvSpPr>
            <p:cNvPr id="26" name="Text 24">
              <a:extLst>
                <a:ext uri="{FF2B5EF4-FFF2-40B4-BE49-F238E27FC236}">
                  <a16:creationId xmlns:a16="http://schemas.microsoft.com/office/drawing/2014/main" id="{29A01563-F5D6-407A-B742-43F00D8D83B9}"/>
                </a:ext>
              </a:extLst>
            </p:cNvPr>
            <p:cNvSpPr/>
            <p:nvPr/>
          </p:nvSpPr>
          <p:spPr>
            <a:xfrm>
              <a:off x="201168" y="2048256"/>
              <a:ext cx="658368" cy="310896"/>
            </a:xfrm>
            <a:prstGeom prst="rect">
              <a:avLst/>
            </a:prstGeom>
            <a:noFill/>
            <a:ln/>
          </p:spPr>
          <p:txBody>
            <a:bodyPr wrap="square" lIns="0" tIns="0" rIns="0" bIns="0" rtlCol="0" anchor="ctr"/>
            <a:lstStyle/>
            <a:p>
              <a:pPr marL="0" indent="0">
                <a:buNone/>
              </a:pPr>
              <a:r>
                <a:rPr lang="en-US" sz="1300" b="1" dirty="0">
                  <a:solidFill>
                    <a:srgbClr val="E8620A"/>
                  </a:solidFill>
                </a:rPr>
                <a:t>US015</a:t>
              </a:r>
              <a:endParaRPr lang="en-US" sz="1300" b="1" dirty="0"/>
            </a:p>
          </p:txBody>
        </p:sp>
        <p:sp>
          <p:nvSpPr>
            <p:cNvPr id="27" name="Text 25">
              <a:extLst>
                <a:ext uri="{FF2B5EF4-FFF2-40B4-BE49-F238E27FC236}">
                  <a16:creationId xmlns:a16="http://schemas.microsoft.com/office/drawing/2014/main" id="{E0DFA360-2601-6B6B-4BEB-2081E70186EB}"/>
                </a:ext>
              </a:extLst>
            </p:cNvPr>
            <p:cNvSpPr/>
            <p:nvPr/>
          </p:nvSpPr>
          <p:spPr>
            <a:xfrm>
              <a:off x="950976" y="2048256"/>
              <a:ext cx="4828032" cy="310896"/>
            </a:xfrm>
            <a:prstGeom prst="rect">
              <a:avLst/>
            </a:prstGeom>
            <a:noFill/>
            <a:ln/>
          </p:spPr>
          <p:txBody>
            <a:bodyPr wrap="square" lIns="0" tIns="0" rIns="0" bIns="0" rtlCol="0" anchor="ctr"/>
            <a:lstStyle/>
            <a:p>
              <a:pPr marL="0" indent="0">
                <a:buNone/>
              </a:pPr>
              <a:r>
                <a:rPr lang="en-US" sz="1300" b="1" dirty="0">
                  <a:solidFill>
                    <a:srgbClr val="222222"/>
                  </a:solidFill>
                </a:rPr>
                <a:t>Mark items as unavailable temporarily</a:t>
              </a:r>
              <a:endParaRPr lang="en-US" sz="1300" b="1" dirty="0"/>
            </a:p>
          </p:txBody>
        </p:sp>
        <p:sp>
          <p:nvSpPr>
            <p:cNvPr id="28" name="Text 26">
              <a:extLst>
                <a:ext uri="{FF2B5EF4-FFF2-40B4-BE49-F238E27FC236}">
                  <a16:creationId xmlns:a16="http://schemas.microsoft.com/office/drawing/2014/main" id="{389C4729-DA0F-8FDF-A83E-84DE85900A43}"/>
                </a:ext>
              </a:extLst>
            </p:cNvPr>
            <p:cNvSpPr/>
            <p:nvPr/>
          </p:nvSpPr>
          <p:spPr>
            <a:xfrm>
              <a:off x="5888736" y="2048256"/>
              <a:ext cx="3127248" cy="310896"/>
            </a:xfrm>
            <a:prstGeom prst="rect">
              <a:avLst/>
            </a:prstGeom>
            <a:noFill/>
            <a:ln/>
          </p:spPr>
          <p:txBody>
            <a:bodyPr wrap="square" lIns="0" tIns="0" rIns="0" bIns="0" rtlCol="0" anchor="ctr"/>
            <a:lstStyle/>
            <a:p>
              <a:pPr marL="0" indent="0">
                <a:buNone/>
              </a:pPr>
              <a:r>
                <a:rPr lang="en-US" sz="1300" b="1" i="1" dirty="0">
                  <a:solidFill>
                    <a:srgbClr val="555555"/>
                  </a:solidFill>
                </a:rPr>
                <a:t>Customers only see what I can prepare</a:t>
              </a:r>
              <a:endParaRPr lang="en-US" sz="1300" b="1" dirty="0"/>
            </a:p>
          </p:txBody>
        </p:sp>
        <p:sp>
          <p:nvSpPr>
            <p:cNvPr id="29" name="Shape 27">
              <a:extLst>
                <a:ext uri="{FF2B5EF4-FFF2-40B4-BE49-F238E27FC236}">
                  <a16:creationId xmlns:a16="http://schemas.microsoft.com/office/drawing/2014/main" id="{91E0FD7E-F6FB-024F-496D-3C3A320A2FC5}"/>
                </a:ext>
              </a:extLst>
            </p:cNvPr>
            <p:cNvSpPr/>
            <p:nvPr/>
          </p:nvSpPr>
          <p:spPr>
            <a:xfrm>
              <a:off x="109728" y="2377440"/>
              <a:ext cx="8924544" cy="347472"/>
            </a:xfrm>
            <a:prstGeom prst="rect">
              <a:avLst/>
            </a:prstGeom>
            <a:solidFill>
              <a:srgbClr val="FFF0E8"/>
            </a:solidFill>
            <a:ln w="12700">
              <a:solidFill>
                <a:srgbClr val="E0D0C8"/>
              </a:solidFill>
              <a:prstDash val="solid"/>
            </a:ln>
          </p:spPr>
        </p:sp>
        <p:sp>
          <p:nvSpPr>
            <p:cNvPr id="30" name="Shape 28">
              <a:extLst>
                <a:ext uri="{FF2B5EF4-FFF2-40B4-BE49-F238E27FC236}">
                  <a16:creationId xmlns:a16="http://schemas.microsoft.com/office/drawing/2014/main" id="{7D8AB52B-93C7-30C3-FD71-7373F4D93583}"/>
                </a:ext>
              </a:extLst>
            </p:cNvPr>
            <p:cNvSpPr/>
            <p:nvPr/>
          </p:nvSpPr>
          <p:spPr>
            <a:xfrm>
              <a:off x="859536" y="2377440"/>
              <a:ext cx="18288" cy="347472"/>
            </a:xfrm>
            <a:prstGeom prst="rect">
              <a:avLst/>
            </a:prstGeom>
            <a:solidFill>
              <a:srgbClr val="D0C0B8"/>
            </a:solidFill>
            <a:ln w="12700">
              <a:solidFill>
                <a:srgbClr val="D0C0B8"/>
              </a:solidFill>
              <a:prstDash val="solid"/>
            </a:ln>
          </p:spPr>
        </p:sp>
        <p:sp>
          <p:nvSpPr>
            <p:cNvPr id="31" name="Shape 29">
              <a:extLst>
                <a:ext uri="{FF2B5EF4-FFF2-40B4-BE49-F238E27FC236}">
                  <a16:creationId xmlns:a16="http://schemas.microsoft.com/office/drawing/2014/main" id="{02502A5A-8E42-356C-4985-0AB6D8654779}"/>
                </a:ext>
              </a:extLst>
            </p:cNvPr>
            <p:cNvSpPr/>
            <p:nvPr/>
          </p:nvSpPr>
          <p:spPr>
            <a:xfrm>
              <a:off x="5797296" y="2377440"/>
              <a:ext cx="18288" cy="347472"/>
            </a:xfrm>
            <a:prstGeom prst="rect">
              <a:avLst/>
            </a:prstGeom>
            <a:solidFill>
              <a:srgbClr val="D0C0B8"/>
            </a:solidFill>
            <a:ln w="12700">
              <a:solidFill>
                <a:srgbClr val="D0C0B8"/>
              </a:solidFill>
              <a:prstDash val="solid"/>
            </a:ln>
          </p:spPr>
        </p:sp>
        <p:sp>
          <p:nvSpPr>
            <p:cNvPr id="32" name="Text 30">
              <a:extLst>
                <a:ext uri="{FF2B5EF4-FFF2-40B4-BE49-F238E27FC236}">
                  <a16:creationId xmlns:a16="http://schemas.microsoft.com/office/drawing/2014/main" id="{28ED4ECD-63E9-74A2-0317-2058CE1EADAB}"/>
                </a:ext>
              </a:extLst>
            </p:cNvPr>
            <p:cNvSpPr/>
            <p:nvPr/>
          </p:nvSpPr>
          <p:spPr>
            <a:xfrm>
              <a:off x="201168" y="2395728"/>
              <a:ext cx="658368" cy="310896"/>
            </a:xfrm>
            <a:prstGeom prst="rect">
              <a:avLst/>
            </a:prstGeom>
            <a:noFill/>
            <a:ln/>
          </p:spPr>
          <p:txBody>
            <a:bodyPr wrap="square" lIns="0" tIns="0" rIns="0" bIns="0" rtlCol="0" anchor="ctr"/>
            <a:lstStyle/>
            <a:p>
              <a:pPr marL="0" indent="0">
                <a:buNone/>
              </a:pPr>
              <a:r>
                <a:rPr lang="en-US" sz="1300" b="1" dirty="0">
                  <a:solidFill>
                    <a:srgbClr val="E8620A"/>
                  </a:solidFill>
                </a:rPr>
                <a:t>US016</a:t>
              </a:r>
              <a:endParaRPr lang="en-US" sz="1300" b="1" dirty="0"/>
            </a:p>
          </p:txBody>
        </p:sp>
        <p:sp>
          <p:nvSpPr>
            <p:cNvPr id="33" name="Text 31">
              <a:extLst>
                <a:ext uri="{FF2B5EF4-FFF2-40B4-BE49-F238E27FC236}">
                  <a16:creationId xmlns:a16="http://schemas.microsoft.com/office/drawing/2014/main" id="{215AD344-A02B-48B4-0BCB-7679CAF901C4}"/>
                </a:ext>
              </a:extLst>
            </p:cNvPr>
            <p:cNvSpPr/>
            <p:nvPr/>
          </p:nvSpPr>
          <p:spPr>
            <a:xfrm>
              <a:off x="950976" y="2395728"/>
              <a:ext cx="4828032" cy="310896"/>
            </a:xfrm>
            <a:prstGeom prst="rect">
              <a:avLst/>
            </a:prstGeom>
            <a:noFill/>
            <a:ln/>
          </p:spPr>
          <p:txBody>
            <a:bodyPr wrap="square" lIns="0" tIns="0" rIns="0" bIns="0" rtlCol="0" anchor="ctr"/>
            <a:lstStyle/>
            <a:p>
              <a:pPr marL="0" indent="0">
                <a:buNone/>
              </a:pPr>
              <a:r>
                <a:rPr lang="en-US" sz="1300" b="1" dirty="0">
                  <a:solidFill>
                    <a:srgbClr val="222222"/>
                  </a:solidFill>
                </a:rPr>
                <a:t>Accept or reject incoming orders</a:t>
              </a:r>
              <a:endParaRPr lang="en-US" sz="1300" b="1" dirty="0"/>
            </a:p>
          </p:txBody>
        </p:sp>
        <p:sp>
          <p:nvSpPr>
            <p:cNvPr id="34" name="Text 32">
              <a:extLst>
                <a:ext uri="{FF2B5EF4-FFF2-40B4-BE49-F238E27FC236}">
                  <a16:creationId xmlns:a16="http://schemas.microsoft.com/office/drawing/2014/main" id="{6D4F53F4-67F8-E651-8DBE-1572B6B3884D}"/>
                </a:ext>
              </a:extLst>
            </p:cNvPr>
            <p:cNvSpPr/>
            <p:nvPr/>
          </p:nvSpPr>
          <p:spPr>
            <a:xfrm>
              <a:off x="5888736" y="2395728"/>
              <a:ext cx="3127248" cy="310896"/>
            </a:xfrm>
            <a:prstGeom prst="rect">
              <a:avLst/>
            </a:prstGeom>
            <a:noFill/>
            <a:ln/>
          </p:spPr>
          <p:txBody>
            <a:bodyPr wrap="square" lIns="0" tIns="0" rIns="0" bIns="0" rtlCol="0" anchor="ctr"/>
            <a:lstStyle/>
            <a:p>
              <a:pPr marL="0" indent="0">
                <a:buNone/>
              </a:pPr>
              <a:r>
                <a:rPr lang="en-US" sz="1300" b="1" i="1" dirty="0">
                  <a:solidFill>
                    <a:srgbClr val="555555"/>
                  </a:solidFill>
                </a:rPr>
                <a:t>I can manage my kitchen workload</a:t>
              </a:r>
              <a:endParaRPr lang="en-US" sz="1300" b="1" dirty="0"/>
            </a:p>
          </p:txBody>
        </p:sp>
        <p:sp>
          <p:nvSpPr>
            <p:cNvPr id="35" name="Shape 33">
              <a:extLst>
                <a:ext uri="{FF2B5EF4-FFF2-40B4-BE49-F238E27FC236}">
                  <a16:creationId xmlns:a16="http://schemas.microsoft.com/office/drawing/2014/main" id="{CAB9287F-DCC5-3CC4-4F41-DC7009586788}"/>
                </a:ext>
              </a:extLst>
            </p:cNvPr>
            <p:cNvSpPr/>
            <p:nvPr/>
          </p:nvSpPr>
          <p:spPr>
            <a:xfrm>
              <a:off x="109728" y="2724912"/>
              <a:ext cx="8924544" cy="347472"/>
            </a:xfrm>
            <a:prstGeom prst="rect">
              <a:avLst/>
            </a:prstGeom>
            <a:solidFill>
              <a:srgbClr val="FFFFFF"/>
            </a:solidFill>
            <a:ln w="12700">
              <a:solidFill>
                <a:srgbClr val="E0D0C8"/>
              </a:solidFill>
              <a:prstDash val="solid"/>
            </a:ln>
          </p:spPr>
        </p:sp>
        <p:sp>
          <p:nvSpPr>
            <p:cNvPr id="36" name="Shape 34">
              <a:extLst>
                <a:ext uri="{FF2B5EF4-FFF2-40B4-BE49-F238E27FC236}">
                  <a16:creationId xmlns:a16="http://schemas.microsoft.com/office/drawing/2014/main" id="{CE0C5222-98F7-7B91-4A45-9CFBC29F7435}"/>
                </a:ext>
              </a:extLst>
            </p:cNvPr>
            <p:cNvSpPr/>
            <p:nvPr/>
          </p:nvSpPr>
          <p:spPr>
            <a:xfrm>
              <a:off x="859536" y="2724912"/>
              <a:ext cx="18288" cy="347472"/>
            </a:xfrm>
            <a:prstGeom prst="rect">
              <a:avLst/>
            </a:prstGeom>
            <a:solidFill>
              <a:srgbClr val="D0C0B8"/>
            </a:solidFill>
            <a:ln w="12700">
              <a:solidFill>
                <a:srgbClr val="D0C0B8"/>
              </a:solidFill>
              <a:prstDash val="solid"/>
            </a:ln>
          </p:spPr>
        </p:sp>
        <p:sp>
          <p:nvSpPr>
            <p:cNvPr id="37" name="Shape 35">
              <a:extLst>
                <a:ext uri="{FF2B5EF4-FFF2-40B4-BE49-F238E27FC236}">
                  <a16:creationId xmlns:a16="http://schemas.microsoft.com/office/drawing/2014/main" id="{7F788921-DC6F-743F-F821-9A30E57FEF8E}"/>
                </a:ext>
              </a:extLst>
            </p:cNvPr>
            <p:cNvSpPr/>
            <p:nvPr/>
          </p:nvSpPr>
          <p:spPr>
            <a:xfrm>
              <a:off x="5797296" y="2724912"/>
              <a:ext cx="18288" cy="347472"/>
            </a:xfrm>
            <a:prstGeom prst="rect">
              <a:avLst/>
            </a:prstGeom>
            <a:solidFill>
              <a:srgbClr val="D0C0B8"/>
            </a:solidFill>
            <a:ln w="12700">
              <a:solidFill>
                <a:srgbClr val="D0C0B8"/>
              </a:solidFill>
              <a:prstDash val="solid"/>
            </a:ln>
          </p:spPr>
        </p:sp>
        <p:sp>
          <p:nvSpPr>
            <p:cNvPr id="38" name="Text 36">
              <a:extLst>
                <a:ext uri="{FF2B5EF4-FFF2-40B4-BE49-F238E27FC236}">
                  <a16:creationId xmlns:a16="http://schemas.microsoft.com/office/drawing/2014/main" id="{0D453FAA-6107-9B8E-8CF9-AEFFA9173CA2}"/>
                </a:ext>
              </a:extLst>
            </p:cNvPr>
            <p:cNvSpPr/>
            <p:nvPr/>
          </p:nvSpPr>
          <p:spPr>
            <a:xfrm>
              <a:off x="201168" y="2743200"/>
              <a:ext cx="658368" cy="310896"/>
            </a:xfrm>
            <a:prstGeom prst="rect">
              <a:avLst/>
            </a:prstGeom>
            <a:noFill/>
            <a:ln/>
          </p:spPr>
          <p:txBody>
            <a:bodyPr wrap="square" lIns="0" tIns="0" rIns="0" bIns="0" rtlCol="0" anchor="ctr"/>
            <a:lstStyle/>
            <a:p>
              <a:pPr marL="0" indent="0">
                <a:buNone/>
              </a:pPr>
              <a:r>
                <a:rPr lang="en-US" sz="1300" b="1" dirty="0">
                  <a:solidFill>
                    <a:srgbClr val="E8620A"/>
                  </a:solidFill>
                </a:rPr>
                <a:t>US017</a:t>
              </a:r>
              <a:endParaRPr lang="en-US" sz="1300" b="1" dirty="0"/>
            </a:p>
          </p:txBody>
        </p:sp>
        <p:sp>
          <p:nvSpPr>
            <p:cNvPr id="39" name="Text 37">
              <a:extLst>
                <a:ext uri="{FF2B5EF4-FFF2-40B4-BE49-F238E27FC236}">
                  <a16:creationId xmlns:a16="http://schemas.microsoft.com/office/drawing/2014/main" id="{0EE6336E-4A6A-0D8E-F8A8-BC6AAF365641}"/>
                </a:ext>
              </a:extLst>
            </p:cNvPr>
            <p:cNvSpPr/>
            <p:nvPr/>
          </p:nvSpPr>
          <p:spPr>
            <a:xfrm>
              <a:off x="950976" y="2743200"/>
              <a:ext cx="4828032" cy="310896"/>
            </a:xfrm>
            <a:prstGeom prst="rect">
              <a:avLst/>
            </a:prstGeom>
            <a:noFill/>
            <a:ln/>
          </p:spPr>
          <p:txBody>
            <a:bodyPr wrap="square" lIns="0" tIns="0" rIns="0" bIns="0" rtlCol="0" anchor="ctr"/>
            <a:lstStyle/>
            <a:p>
              <a:pPr marL="0" indent="0">
                <a:buNone/>
              </a:pPr>
              <a:r>
                <a:rPr lang="en-US" sz="1300" b="1" dirty="0">
                  <a:solidFill>
                    <a:srgbClr val="222222"/>
                  </a:solidFill>
                </a:rPr>
                <a:t>Update order preparation status</a:t>
              </a:r>
              <a:endParaRPr lang="en-US" sz="1300" b="1" dirty="0"/>
            </a:p>
          </p:txBody>
        </p:sp>
        <p:sp>
          <p:nvSpPr>
            <p:cNvPr id="40" name="Text 38">
              <a:extLst>
                <a:ext uri="{FF2B5EF4-FFF2-40B4-BE49-F238E27FC236}">
                  <a16:creationId xmlns:a16="http://schemas.microsoft.com/office/drawing/2014/main" id="{D67FCF29-462E-05F9-4BD6-EF24B7FC2707}"/>
                </a:ext>
              </a:extLst>
            </p:cNvPr>
            <p:cNvSpPr/>
            <p:nvPr/>
          </p:nvSpPr>
          <p:spPr>
            <a:xfrm>
              <a:off x="5888736" y="2743200"/>
              <a:ext cx="3127248" cy="310896"/>
            </a:xfrm>
            <a:prstGeom prst="rect">
              <a:avLst/>
            </a:prstGeom>
            <a:noFill/>
            <a:ln/>
          </p:spPr>
          <p:txBody>
            <a:bodyPr wrap="square" lIns="0" tIns="0" rIns="0" bIns="0" rtlCol="0" anchor="ctr"/>
            <a:lstStyle/>
            <a:p>
              <a:pPr marL="0" indent="0">
                <a:buNone/>
              </a:pPr>
              <a:r>
                <a:rPr lang="en-US" sz="1300" b="1" i="1" dirty="0">
                  <a:solidFill>
                    <a:srgbClr val="555555"/>
                  </a:solidFill>
                </a:rPr>
                <a:t>Customers &amp; delivery partners know when food is ready</a:t>
              </a:r>
              <a:endParaRPr lang="en-US" sz="1300" b="1" dirty="0"/>
            </a:p>
          </p:txBody>
        </p:sp>
        <p:sp>
          <p:nvSpPr>
            <p:cNvPr id="41" name="Shape 39">
              <a:extLst>
                <a:ext uri="{FF2B5EF4-FFF2-40B4-BE49-F238E27FC236}">
                  <a16:creationId xmlns:a16="http://schemas.microsoft.com/office/drawing/2014/main" id="{D06E9D27-19B2-6295-CC2F-806A176AD116}"/>
                </a:ext>
              </a:extLst>
            </p:cNvPr>
            <p:cNvSpPr/>
            <p:nvPr/>
          </p:nvSpPr>
          <p:spPr>
            <a:xfrm>
              <a:off x="109728" y="3072384"/>
              <a:ext cx="8924544" cy="347472"/>
            </a:xfrm>
            <a:prstGeom prst="rect">
              <a:avLst/>
            </a:prstGeom>
            <a:solidFill>
              <a:srgbClr val="FFF0E8"/>
            </a:solidFill>
            <a:ln w="12700">
              <a:solidFill>
                <a:srgbClr val="E0D0C8"/>
              </a:solidFill>
              <a:prstDash val="solid"/>
            </a:ln>
          </p:spPr>
        </p:sp>
        <p:sp>
          <p:nvSpPr>
            <p:cNvPr id="42" name="Shape 40">
              <a:extLst>
                <a:ext uri="{FF2B5EF4-FFF2-40B4-BE49-F238E27FC236}">
                  <a16:creationId xmlns:a16="http://schemas.microsoft.com/office/drawing/2014/main" id="{E5348834-E54C-560C-15DA-494F0FA17C87}"/>
                </a:ext>
              </a:extLst>
            </p:cNvPr>
            <p:cNvSpPr/>
            <p:nvPr/>
          </p:nvSpPr>
          <p:spPr>
            <a:xfrm>
              <a:off x="859536" y="3072384"/>
              <a:ext cx="18288" cy="347472"/>
            </a:xfrm>
            <a:prstGeom prst="rect">
              <a:avLst/>
            </a:prstGeom>
            <a:solidFill>
              <a:srgbClr val="D0C0B8"/>
            </a:solidFill>
            <a:ln w="12700">
              <a:solidFill>
                <a:srgbClr val="D0C0B8"/>
              </a:solidFill>
              <a:prstDash val="solid"/>
            </a:ln>
          </p:spPr>
        </p:sp>
        <p:sp>
          <p:nvSpPr>
            <p:cNvPr id="43" name="Shape 41">
              <a:extLst>
                <a:ext uri="{FF2B5EF4-FFF2-40B4-BE49-F238E27FC236}">
                  <a16:creationId xmlns:a16="http://schemas.microsoft.com/office/drawing/2014/main" id="{A1E10A1A-0F9A-5022-C52B-3C8CD0585964}"/>
                </a:ext>
              </a:extLst>
            </p:cNvPr>
            <p:cNvSpPr/>
            <p:nvPr/>
          </p:nvSpPr>
          <p:spPr>
            <a:xfrm>
              <a:off x="5797296" y="3072384"/>
              <a:ext cx="18288" cy="347472"/>
            </a:xfrm>
            <a:prstGeom prst="rect">
              <a:avLst/>
            </a:prstGeom>
            <a:solidFill>
              <a:srgbClr val="D0C0B8"/>
            </a:solidFill>
            <a:ln w="12700">
              <a:solidFill>
                <a:srgbClr val="D0C0B8"/>
              </a:solidFill>
              <a:prstDash val="solid"/>
            </a:ln>
          </p:spPr>
        </p:sp>
        <p:sp>
          <p:nvSpPr>
            <p:cNvPr id="44" name="Text 42">
              <a:extLst>
                <a:ext uri="{FF2B5EF4-FFF2-40B4-BE49-F238E27FC236}">
                  <a16:creationId xmlns:a16="http://schemas.microsoft.com/office/drawing/2014/main" id="{874C0C7B-0D36-B6A6-6012-A96B88C7A3B2}"/>
                </a:ext>
              </a:extLst>
            </p:cNvPr>
            <p:cNvSpPr/>
            <p:nvPr/>
          </p:nvSpPr>
          <p:spPr>
            <a:xfrm>
              <a:off x="201168" y="3090672"/>
              <a:ext cx="658368" cy="310896"/>
            </a:xfrm>
            <a:prstGeom prst="rect">
              <a:avLst/>
            </a:prstGeom>
            <a:noFill/>
            <a:ln/>
          </p:spPr>
          <p:txBody>
            <a:bodyPr wrap="square" lIns="0" tIns="0" rIns="0" bIns="0" rtlCol="0" anchor="ctr"/>
            <a:lstStyle/>
            <a:p>
              <a:pPr marL="0" indent="0">
                <a:buNone/>
              </a:pPr>
              <a:r>
                <a:rPr lang="en-US" sz="1300" b="1" dirty="0">
                  <a:solidFill>
                    <a:srgbClr val="E8620A"/>
                  </a:solidFill>
                </a:rPr>
                <a:t>US018</a:t>
              </a:r>
              <a:endParaRPr lang="en-US" sz="1300" b="1" dirty="0"/>
            </a:p>
          </p:txBody>
        </p:sp>
        <p:sp>
          <p:nvSpPr>
            <p:cNvPr id="45" name="Text 43">
              <a:extLst>
                <a:ext uri="{FF2B5EF4-FFF2-40B4-BE49-F238E27FC236}">
                  <a16:creationId xmlns:a16="http://schemas.microsoft.com/office/drawing/2014/main" id="{DCA84AF1-5160-451F-1C65-DE1EAC942FCE}"/>
                </a:ext>
              </a:extLst>
            </p:cNvPr>
            <p:cNvSpPr/>
            <p:nvPr/>
          </p:nvSpPr>
          <p:spPr>
            <a:xfrm>
              <a:off x="950976" y="3090672"/>
              <a:ext cx="4828032" cy="310896"/>
            </a:xfrm>
            <a:prstGeom prst="rect">
              <a:avLst/>
            </a:prstGeom>
            <a:noFill/>
            <a:ln/>
          </p:spPr>
          <p:txBody>
            <a:bodyPr wrap="square" lIns="0" tIns="0" rIns="0" bIns="0" rtlCol="0" anchor="ctr"/>
            <a:lstStyle/>
            <a:p>
              <a:pPr marL="0" indent="0">
                <a:buNone/>
              </a:pPr>
              <a:r>
                <a:rPr lang="en-US" sz="1300" b="1" dirty="0">
                  <a:solidFill>
                    <a:srgbClr val="222222"/>
                  </a:solidFill>
                </a:rPr>
                <a:t>View customer ratings and reviews</a:t>
              </a:r>
              <a:endParaRPr lang="en-US" sz="1300" b="1" dirty="0"/>
            </a:p>
          </p:txBody>
        </p:sp>
        <p:sp>
          <p:nvSpPr>
            <p:cNvPr id="46" name="Text 44">
              <a:extLst>
                <a:ext uri="{FF2B5EF4-FFF2-40B4-BE49-F238E27FC236}">
                  <a16:creationId xmlns:a16="http://schemas.microsoft.com/office/drawing/2014/main" id="{AC0B3669-FDC1-AD37-3D0A-886DE198FCC5}"/>
                </a:ext>
              </a:extLst>
            </p:cNvPr>
            <p:cNvSpPr/>
            <p:nvPr/>
          </p:nvSpPr>
          <p:spPr>
            <a:xfrm>
              <a:off x="5888736" y="3090672"/>
              <a:ext cx="3127248" cy="310896"/>
            </a:xfrm>
            <a:prstGeom prst="rect">
              <a:avLst/>
            </a:prstGeom>
            <a:noFill/>
            <a:ln/>
          </p:spPr>
          <p:txBody>
            <a:bodyPr wrap="square" lIns="0" tIns="0" rIns="0" bIns="0" rtlCol="0" anchor="ctr"/>
            <a:lstStyle/>
            <a:p>
              <a:pPr marL="0" indent="0">
                <a:buNone/>
              </a:pPr>
              <a:r>
                <a:rPr lang="en-US" sz="1300" b="1" i="1" dirty="0">
                  <a:solidFill>
                    <a:srgbClr val="555555"/>
                  </a:solidFill>
                </a:rPr>
                <a:t>I can improve my service quality</a:t>
              </a:r>
              <a:endParaRPr lang="en-US" sz="1300" b="1" dirty="0"/>
            </a:p>
          </p:txBody>
        </p:sp>
        <p:sp>
          <p:nvSpPr>
            <p:cNvPr id="47" name="Shape 45">
              <a:extLst>
                <a:ext uri="{FF2B5EF4-FFF2-40B4-BE49-F238E27FC236}">
                  <a16:creationId xmlns:a16="http://schemas.microsoft.com/office/drawing/2014/main" id="{951C10B4-50C6-0FF3-6006-F8930BAC52EC}"/>
                </a:ext>
              </a:extLst>
            </p:cNvPr>
            <p:cNvSpPr/>
            <p:nvPr/>
          </p:nvSpPr>
          <p:spPr>
            <a:xfrm>
              <a:off x="109728" y="3419856"/>
              <a:ext cx="8924544" cy="347472"/>
            </a:xfrm>
            <a:prstGeom prst="rect">
              <a:avLst/>
            </a:prstGeom>
            <a:solidFill>
              <a:srgbClr val="FFFFFF"/>
            </a:solidFill>
            <a:ln w="12700">
              <a:solidFill>
                <a:srgbClr val="E0D0C8"/>
              </a:solidFill>
              <a:prstDash val="solid"/>
            </a:ln>
          </p:spPr>
        </p:sp>
        <p:sp>
          <p:nvSpPr>
            <p:cNvPr id="48" name="Shape 46">
              <a:extLst>
                <a:ext uri="{FF2B5EF4-FFF2-40B4-BE49-F238E27FC236}">
                  <a16:creationId xmlns:a16="http://schemas.microsoft.com/office/drawing/2014/main" id="{0C065555-A632-10A7-A859-F694A2FBC3D3}"/>
                </a:ext>
              </a:extLst>
            </p:cNvPr>
            <p:cNvSpPr/>
            <p:nvPr/>
          </p:nvSpPr>
          <p:spPr>
            <a:xfrm>
              <a:off x="859536" y="3419856"/>
              <a:ext cx="18288" cy="347472"/>
            </a:xfrm>
            <a:prstGeom prst="rect">
              <a:avLst/>
            </a:prstGeom>
            <a:solidFill>
              <a:srgbClr val="D0C0B8"/>
            </a:solidFill>
            <a:ln w="12700">
              <a:solidFill>
                <a:srgbClr val="D0C0B8"/>
              </a:solidFill>
              <a:prstDash val="solid"/>
            </a:ln>
          </p:spPr>
        </p:sp>
        <p:sp>
          <p:nvSpPr>
            <p:cNvPr id="49" name="Shape 47">
              <a:extLst>
                <a:ext uri="{FF2B5EF4-FFF2-40B4-BE49-F238E27FC236}">
                  <a16:creationId xmlns:a16="http://schemas.microsoft.com/office/drawing/2014/main" id="{6F1595AD-4FFC-4384-ED06-03ECCECADC8B}"/>
                </a:ext>
              </a:extLst>
            </p:cNvPr>
            <p:cNvSpPr/>
            <p:nvPr/>
          </p:nvSpPr>
          <p:spPr>
            <a:xfrm>
              <a:off x="5797296" y="3419856"/>
              <a:ext cx="18288" cy="347472"/>
            </a:xfrm>
            <a:prstGeom prst="rect">
              <a:avLst/>
            </a:prstGeom>
            <a:solidFill>
              <a:srgbClr val="D0C0B8"/>
            </a:solidFill>
            <a:ln w="12700">
              <a:solidFill>
                <a:srgbClr val="D0C0B8"/>
              </a:solidFill>
              <a:prstDash val="solid"/>
            </a:ln>
          </p:spPr>
        </p:sp>
        <p:sp>
          <p:nvSpPr>
            <p:cNvPr id="50" name="Text 48">
              <a:extLst>
                <a:ext uri="{FF2B5EF4-FFF2-40B4-BE49-F238E27FC236}">
                  <a16:creationId xmlns:a16="http://schemas.microsoft.com/office/drawing/2014/main" id="{5085F8F1-85CF-CD8D-6B94-F07F24E2967C}"/>
                </a:ext>
              </a:extLst>
            </p:cNvPr>
            <p:cNvSpPr/>
            <p:nvPr/>
          </p:nvSpPr>
          <p:spPr>
            <a:xfrm>
              <a:off x="201168" y="3438144"/>
              <a:ext cx="658368" cy="310896"/>
            </a:xfrm>
            <a:prstGeom prst="rect">
              <a:avLst/>
            </a:prstGeom>
            <a:noFill/>
            <a:ln/>
          </p:spPr>
          <p:txBody>
            <a:bodyPr wrap="square" lIns="0" tIns="0" rIns="0" bIns="0" rtlCol="0" anchor="ctr"/>
            <a:lstStyle/>
            <a:p>
              <a:pPr marL="0" indent="0">
                <a:buNone/>
              </a:pPr>
              <a:r>
                <a:rPr lang="en-US" sz="1300" b="1" dirty="0">
                  <a:solidFill>
                    <a:srgbClr val="E8620A"/>
                  </a:solidFill>
                </a:rPr>
                <a:t>US019</a:t>
              </a:r>
              <a:endParaRPr lang="en-US" sz="1300" b="1" dirty="0"/>
            </a:p>
          </p:txBody>
        </p:sp>
        <p:sp>
          <p:nvSpPr>
            <p:cNvPr id="51" name="Text 49">
              <a:extLst>
                <a:ext uri="{FF2B5EF4-FFF2-40B4-BE49-F238E27FC236}">
                  <a16:creationId xmlns:a16="http://schemas.microsoft.com/office/drawing/2014/main" id="{C864C063-94D9-A613-621D-11D60804969B}"/>
                </a:ext>
              </a:extLst>
            </p:cNvPr>
            <p:cNvSpPr/>
            <p:nvPr/>
          </p:nvSpPr>
          <p:spPr>
            <a:xfrm>
              <a:off x="950976" y="3438144"/>
              <a:ext cx="4828032" cy="310896"/>
            </a:xfrm>
            <a:prstGeom prst="rect">
              <a:avLst/>
            </a:prstGeom>
            <a:noFill/>
            <a:ln/>
          </p:spPr>
          <p:txBody>
            <a:bodyPr wrap="square" lIns="0" tIns="0" rIns="0" bIns="0" rtlCol="0" anchor="ctr"/>
            <a:lstStyle/>
            <a:p>
              <a:pPr marL="0" indent="0">
                <a:buNone/>
              </a:pPr>
              <a:r>
                <a:rPr lang="en-US" sz="1300" b="1" dirty="0">
                  <a:solidFill>
                    <a:srgbClr val="222222"/>
                  </a:solidFill>
                </a:rPr>
                <a:t>Access order history and analytics</a:t>
              </a:r>
              <a:endParaRPr lang="en-US" sz="1300" b="1" dirty="0"/>
            </a:p>
          </p:txBody>
        </p:sp>
        <p:sp>
          <p:nvSpPr>
            <p:cNvPr id="52" name="Text 50">
              <a:extLst>
                <a:ext uri="{FF2B5EF4-FFF2-40B4-BE49-F238E27FC236}">
                  <a16:creationId xmlns:a16="http://schemas.microsoft.com/office/drawing/2014/main" id="{51D39E7C-8D44-5589-BB0D-0C905687EF66}"/>
                </a:ext>
              </a:extLst>
            </p:cNvPr>
            <p:cNvSpPr/>
            <p:nvPr/>
          </p:nvSpPr>
          <p:spPr>
            <a:xfrm>
              <a:off x="5888736" y="3438144"/>
              <a:ext cx="3127248" cy="310896"/>
            </a:xfrm>
            <a:prstGeom prst="rect">
              <a:avLst/>
            </a:prstGeom>
            <a:noFill/>
            <a:ln/>
          </p:spPr>
          <p:txBody>
            <a:bodyPr wrap="square" lIns="0" tIns="0" rIns="0" bIns="0" rtlCol="0" anchor="ctr"/>
            <a:lstStyle/>
            <a:p>
              <a:pPr marL="0" indent="0">
                <a:buNone/>
              </a:pPr>
              <a:r>
                <a:rPr lang="en-US" sz="1300" b="1" i="1" dirty="0">
                  <a:solidFill>
                    <a:srgbClr val="555555"/>
                  </a:solidFill>
                </a:rPr>
                <a:t>I can track my business performance</a:t>
              </a:r>
              <a:endParaRPr lang="en-US" sz="1300" b="1" dirty="0"/>
            </a:p>
          </p:txBody>
        </p:sp>
      </p:grpSp>
    </p:spTree>
    <p:extLst>
      <p:ext uri="{BB962C8B-B14F-4D97-AF65-F5344CB8AC3E}">
        <p14:creationId xmlns:p14="http://schemas.microsoft.com/office/powerpoint/2010/main" val="38879617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C8678-FC85-3C92-D8E1-C8A39CA071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A7217D-E931-1AED-84A8-3BAAAC2AA8B7}"/>
              </a:ext>
            </a:extLst>
          </p:cNvPr>
          <p:cNvSpPr>
            <a:spLocks noGrp="1"/>
          </p:cNvSpPr>
          <p:nvPr>
            <p:ph type="title"/>
          </p:nvPr>
        </p:nvSpPr>
        <p:spPr>
          <a:xfrm>
            <a:off x="115169" y="178777"/>
            <a:ext cx="9404723" cy="1400530"/>
          </a:xfrm>
        </p:spPr>
        <p:txBody>
          <a:bodyPr/>
          <a:lstStyle/>
          <a:p>
            <a:r>
              <a:rPr lang="en-US" sz="3500" b="1" dirty="0"/>
              <a:t>CONT…</a:t>
            </a:r>
            <a:endParaRPr lang="en-IN" sz="3500" b="1" dirty="0"/>
          </a:p>
        </p:txBody>
      </p:sp>
      <p:sp>
        <p:nvSpPr>
          <p:cNvPr id="4" name="Footer Placeholder 3">
            <a:extLst>
              <a:ext uri="{FF2B5EF4-FFF2-40B4-BE49-F238E27FC236}">
                <a16:creationId xmlns:a16="http://schemas.microsoft.com/office/drawing/2014/main" id="{1366FFEB-AC97-EB88-C6FC-27C4C054AE79}"/>
              </a:ext>
            </a:extLst>
          </p:cNvPr>
          <p:cNvSpPr>
            <a:spLocks noGrp="1"/>
          </p:cNvSpPr>
          <p:nvPr>
            <p:ph type="ftr" sz="quarter" idx="11"/>
          </p:nvPr>
        </p:nvSpPr>
        <p:spPr/>
        <p:txBody>
          <a:bodyPr/>
          <a:lstStyle/>
          <a:p>
            <a:r>
              <a:rPr lang="en-IN"/>
              <a:t>DHIRUBHAI AMBANI UNIVERSITY</a:t>
            </a:r>
          </a:p>
        </p:txBody>
      </p:sp>
      <p:sp>
        <p:nvSpPr>
          <p:cNvPr id="5" name="Slide Number Placeholder 4">
            <a:extLst>
              <a:ext uri="{FF2B5EF4-FFF2-40B4-BE49-F238E27FC236}">
                <a16:creationId xmlns:a16="http://schemas.microsoft.com/office/drawing/2014/main" id="{C4089F8E-17A0-C442-2152-A7C5040A1A3F}"/>
              </a:ext>
            </a:extLst>
          </p:cNvPr>
          <p:cNvSpPr>
            <a:spLocks noGrp="1"/>
          </p:cNvSpPr>
          <p:nvPr>
            <p:ph type="sldNum" sz="quarter" idx="12"/>
          </p:nvPr>
        </p:nvSpPr>
        <p:spPr/>
        <p:txBody>
          <a:bodyPr/>
          <a:lstStyle/>
          <a:p>
            <a:fld id="{B035404B-7E99-4F63-A61D-6FB719BCDCFF}" type="slidenum">
              <a:rPr lang="en-IN" smtClean="0"/>
              <a:t>6</a:t>
            </a:fld>
            <a:endParaRPr lang="en-IN"/>
          </a:p>
        </p:txBody>
      </p:sp>
      <p:grpSp>
        <p:nvGrpSpPr>
          <p:cNvPr id="54" name="Group 53">
            <a:extLst>
              <a:ext uri="{FF2B5EF4-FFF2-40B4-BE49-F238E27FC236}">
                <a16:creationId xmlns:a16="http://schemas.microsoft.com/office/drawing/2014/main" id="{B26789DD-349D-FF0E-01DE-EEB89DB46DB9}"/>
              </a:ext>
            </a:extLst>
          </p:cNvPr>
          <p:cNvGrpSpPr/>
          <p:nvPr/>
        </p:nvGrpSpPr>
        <p:grpSpPr>
          <a:xfrm>
            <a:off x="533764" y="1675811"/>
            <a:ext cx="10055578" cy="3859796"/>
            <a:chOff x="109728" y="987552"/>
            <a:chExt cx="8997696" cy="2432304"/>
          </a:xfrm>
        </p:grpSpPr>
        <p:sp>
          <p:nvSpPr>
            <p:cNvPr id="55" name="Shape 7">
              <a:extLst>
                <a:ext uri="{FF2B5EF4-FFF2-40B4-BE49-F238E27FC236}">
                  <a16:creationId xmlns:a16="http://schemas.microsoft.com/office/drawing/2014/main" id="{428D39E4-5917-9B76-82C1-2398692CC178}"/>
                </a:ext>
              </a:extLst>
            </p:cNvPr>
            <p:cNvSpPr/>
            <p:nvPr/>
          </p:nvSpPr>
          <p:spPr>
            <a:xfrm>
              <a:off x="109728" y="987552"/>
              <a:ext cx="8924544" cy="347472"/>
            </a:xfrm>
            <a:prstGeom prst="rect">
              <a:avLst/>
            </a:prstGeom>
            <a:solidFill>
              <a:srgbClr val="D45500"/>
            </a:solidFill>
            <a:ln w="12700">
              <a:solidFill>
                <a:srgbClr val="D45500"/>
              </a:solidFill>
              <a:prstDash val="solid"/>
            </a:ln>
          </p:spPr>
        </p:sp>
        <p:sp>
          <p:nvSpPr>
            <p:cNvPr id="56" name="Text 8">
              <a:extLst>
                <a:ext uri="{FF2B5EF4-FFF2-40B4-BE49-F238E27FC236}">
                  <a16:creationId xmlns:a16="http://schemas.microsoft.com/office/drawing/2014/main" id="{0C4AAF46-84E2-9B48-011A-E6A447063582}"/>
                </a:ext>
              </a:extLst>
            </p:cNvPr>
            <p:cNvSpPr/>
            <p:nvPr/>
          </p:nvSpPr>
          <p:spPr>
            <a:xfrm>
              <a:off x="182880" y="987552"/>
              <a:ext cx="749808" cy="347472"/>
            </a:xfrm>
            <a:prstGeom prst="rect">
              <a:avLst/>
            </a:prstGeom>
            <a:noFill/>
            <a:ln/>
          </p:spPr>
          <p:txBody>
            <a:bodyPr wrap="square" lIns="0" tIns="0" rIns="0" bIns="0" rtlCol="0" anchor="ctr"/>
            <a:lstStyle/>
            <a:p>
              <a:pPr marL="0" indent="0">
                <a:buNone/>
              </a:pPr>
              <a:r>
                <a:rPr lang="en-US" sz="1300" b="1" dirty="0">
                  <a:solidFill>
                    <a:srgbClr val="FFFFFF"/>
                  </a:solidFill>
                </a:rPr>
                <a:t>ID</a:t>
              </a:r>
              <a:endParaRPr lang="en-US" sz="1300" b="1" dirty="0"/>
            </a:p>
          </p:txBody>
        </p:sp>
        <p:sp>
          <p:nvSpPr>
            <p:cNvPr id="57" name="Text 9">
              <a:extLst>
                <a:ext uri="{FF2B5EF4-FFF2-40B4-BE49-F238E27FC236}">
                  <a16:creationId xmlns:a16="http://schemas.microsoft.com/office/drawing/2014/main" id="{2B625843-4DB5-942D-B703-7FB9DB02265D}"/>
                </a:ext>
              </a:extLst>
            </p:cNvPr>
            <p:cNvSpPr/>
            <p:nvPr/>
          </p:nvSpPr>
          <p:spPr>
            <a:xfrm>
              <a:off x="950976" y="987552"/>
              <a:ext cx="4919472" cy="347472"/>
            </a:xfrm>
            <a:prstGeom prst="rect">
              <a:avLst/>
            </a:prstGeom>
            <a:noFill/>
            <a:ln/>
          </p:spPr>
          <p:txBody>
            <a:bodyPr wrap="square" lIns="0" tIns="0" rIns="0" bIns="0" rtlCol="0" anchor="ctr"/>
            <a:lstStyle/>
            <a:p>
              <a:pPr marL="0" indent="0">
                <a:buNone/>
              </a:pPr>
              <a:r>
                <a:rPr lang="en-US" sz="1300" b="1" dirty="0">
                  <a:solidFill>
                    <a:srgbClr val="FFFFFF"/>
                  </a:solidFill>
                </a:rPr>
                <a:t>As a user, I want to...</a:t>
              </a:r>
              <a:endParaRPr lang="en-US" sz="1300" b="1" dirty="0"/>
            </a:p>
          </p:txBody>
        </p:sp>
        <p:sp>
          <p:nvSpPr>
            <p:cNvPr id="58" name="Text 10">
              <a:extLst>
                <a:ext uri="{FF2B5EF4-FFF2-40B4-BE49-F238E27FC236}">
                  <a16:creationId xmlns:a16="http://schemas.microsoft.com/office/drawing/2014/main" id="{3F0711B0-7853-319A-2E2A-69FEB8CD2D92}"/>
                </a:ext>
              </a:extLst>
            </p:cNvPr>
            <p:cNvSpPr/>
            <p:nvPr/>
          </p:nvSpPr>
          <p:spPr>
            <a:xfrm>
              <a:off x="5888736" y="987552"/>
              <a:ext cx="3218688" cy="347472"/>
            </a:xfrm>
            <a:prstGeom prst="rect">
              <a:avLst/>
            </a:prstGeom>
            <a:noFill/>
            <a:ln/>
          </p:spPr>
          <p:txBody>
            <a:bodyPr wrap="square" lIns="0" tIns="0" rIns="0" bIns="0" rtlCol="0" anchor="ctr"/>
            <a:lstStyle/>
            <a:p>
              <a:pPr marL="0" indent="0">
                <a:buNone/>
              </a:pPr>
              <a:r>
                <a:rPr lang="en-US" sz="1300" b="1" dirty="0">
                  <a:solidFill>
                    <a:srgbClr val="FFFFFF"/>
                  </a:solidFill>
                </a:rPr>
                <a:t>So that...</a:t>
              </a:r>
              <a:endParaRPr lang="en-US" sz="1300" b="1" dirty="0"/>
            </a:p>
          </p:txBody>
        </p:sp>
        <p:sp>
          <p:nvSpPr>
            <p:cNvPr id="59" name="Shape 11">
              <a:extLst>
                <a:ext uri="{FF2B5EF4-FFF2-40B4-BE49-F238E27FC236}">
                  <a16:creationId xmlns:a16="http://schemas.microsoft.com/office/drawing/2014/main" id="{C0C2D564-6C8E-C0BE-CABA-8B4943DA4882}"/>
                </a:ext>
              </a:extLst>
            </p:cNvPr>
            <p:cNvSpPr/>
            <p:nvPr/>
          </p:nvSpPr>
          <p:spPr>
            <a:xfrm>
              <a:off x="109728" y="1335024"/>
              <a:ext cx="8924544" cy="347472"/>
            </a:xfrm>
            <a:prstGeom prst="rect">
              <a:avLst/>
            </a:prstGeom>
            <a:solidFill>
              <a:srgbClr val="FFFFFF"/>
            </a:solidFill>
            <a:ln w="12700">
              <a:solidFill>
                <a:srgbClr val="E0D0C8"/>
              </a:solidFill>
              <a:prstDash val="solid"/>
            </a:ln>
          </p:spPr>
        </p:sp>
        <p:sp>
          <p:nvSpPr>
            <p:cNvPr id="60" name="Shape 12">
              <a:extLst>
                <a:ext uri="{FF2B5EF4-FFF2-40B4-BE49-F238E27FC236}">
                  <a16:creationId xmlns:a16="http://schemas.microsoft.com/office/drawing/2014/main" id="{1D50E9CB-D11F-62E7-A157-E935AE7D178B}"/>
                </a:ext>
              </a:extLst>
            </p:cNvPr>
            <p:cNvSpPr/>
            <p:nvPr/>
          </p:nvSpPr>
          <p:spPr>
            <a:xfrm>
              <a:off x="859536" y="1335024"/>
              <a:ext cx="18288" cy="347472"/>
            </a:xfrm>
            <a:prstGeom prst="rect">
              <a:avLst/>
            </a:prstGeom>
            <a:solidFill>
              <a:srgbClr val="D0C0B8"/>
            </a:solidFill>
            <a:ln w="12700">
              <a:solidFill>
                <a:srgbClr val="D0C0B8"/>
              </a:solidFill>
              <a:prstDash val="solid"/>
            </a:ln>
          </p:spPr>
        </p:sp>
        <p:sp>
          <p:nvSpPr>
            <p:cNvPr id="61" name="Shape 13">
              <a:extLst>
                <a:ext uri="{FF2B5EF4-FFF2-40B4-BE49-F238E27FC236}">
                  <a16:creationId xmlns:a16="http://schemas.microsoft.com/office/drawing/2014/main" id="{B52A73FE-1118-329F-7F8A-F26142AB57E4}"/>
                </a:ext>
              </a:extLst>
            </p:cNvPr>
            <p:cNvSpPr/>
            <p:nvPr/>
          </p:nvSpPr>
          <p:spPr>
            <a:xfrm>
              <a:off x="5797296" y="1335024"/>
              <a:ext cx="18288" cy="347472"/>
            </a:xfrm>
            <a:prstGeom prst="rect">
              <a:avLst/>
            </a:prstGeom>
            <a:solidFill>
              <a:srgbClr val="D0C0B8"/>
            </a:solidFill>
            <a:ln w="12700">
              <a:solidFill>
                <a:srgbClr val="D0C0B8"/>
              </a:solidFill>
              <a:prstDash val="solid"/>
            </a:ln>
          </p:spPr>
        </p:sp>
        <p:sp>
          <p:nvSpPr>
            <p:cNvPr id="62" name="Text 14">
              <a:extLst>
                <a:ext uri="{FF2B5EF4-FFF2-40B4-BE49-F238E27FC236}">
                  <a16:creationId xmlns:a16="http://schemas.microsoft.com/office/drawing/2014/main" id="{CC2FDFB1-8B00-8643-E905-C5B2C58E758E}"/>
                </a:ext>
              </a:extLst>
            </p:cNvPr>
            <p:cNvSpPr/>
            <p:nvPr/>
          </p:nvSpPr>
          <p:spPr>
            <a:xfrm>
              <a:off x="201168" y="1353312"/>
              <a:ext cx="658368" cy="310896"/>
            </a:xfrm>
            <a:prstGeom prst="rect">
              <a:avLst/>
            </a:prstGeom>
            <a:noFill/>
            <a:ln/>
          </p:spPr>
          <p:txBody>
            <a:bodyPr wrap="square" lIns="0" tIns="0" rIns="0" bIns="0" rtlCol="0" anchor="ctr"/>
            <a:lstStyle/>
            <a:p>
              <a:pPr marL="0" indent="0">
                <a:buNone/>
              </a:pPr>
              <a:r>
                <a:rPr lang="en-US" sz="1300" b="1" dirty="0">
                  <a:solidFill>
                    <a:srgbClr val="D45500"/>
                  </a:solidFill>
                </a:rPr>
                <a:t>US020</a:t>
              </a:r>
              <a:endParaRPr lang="en-US" sz="1300" b="1" dirty="0"/>
            </a:p>
          </p:txBody>
        </p:sp>
        <p:sp>
          <p:nvSpPr>
            <p:cNvPr id="63" name="Text 15">
              <a:extLst>
                <a:ext uri="{FF2B5EF4-FFF2-40B4-BE49-F238E27FC236}">
                  <a16:creationId xmlns:a16="http://schemas.microsoft.com/office/drawing/2014/main" id="{3C6318E8-8454-5BFB-90A6-E9EDFE80467A}"/>
                </a:ext>
              </a:extLst>
            </p:cNvPr>
            <p:cNvSpPr/>
            <p:nvPr/>
          </p:nvSpPr>
          <p:spPr>
            <a:xfrm>
              <a:off x="950976" y="1353312"/>
              <a:ext cx="4828032" cy="310896"/>
            </a:xfrm>
            <a:prstGeom prst="rect">
              <a:avLst/>
            </a:prstGeom>
            <a:noFill/>
            <a:ln/>
          </p:spPr>
          <p:txBody>
            <a:bodyPr wrap="square" lIns="0" tIns="0" rIns="0" bIns="0" rtlCol="0" anchor="ctr"/>
            <a:lstStyle/>
            <a:p>
              <a:pPr marL="0" indent="0">
                <a:buNone/>
              </a:pPr>
              <a:r>
                <a:rPr lang="en-US" sz="1300" b="1" dirty="0">
                  <a:solidFill>
                    <a:srgbClr val="222222"/>
                  </a:solidFill>
                </a:rPr>
                <a:t>Register with my vehicle and license details</a:t>
              </a:r>
              <a:endParaRPr lang="en-US" sz="1300" b="1" dirty="0"/>
            </a:p>
          </p:txBody>
        </p:sp>
        <p:sp>
          <p:nvSpPr>
            <p:cNvPr id="64" name="Text 16">
              <a:extLst>
                <a:ext uri="{FF2B5EF4-FFF2-40B4-BE49-F238E27FC236}">
                  <a16:creationId xmlns:a16="http://schemas.microsoft.com/office/drawing/2014/main" id="{60CF9563-6255-8EB4-A479-D609B4BA9C8E}"/>
                </a:ext>
              </a:extLst>
            </p:cNvPr>
            <p:cNvSpPr/>
            <p:nvPr/>
          </p:nvSpPr>
          <p:spPr>
            <a:xfrm>
              <a:off x="5888736" y="1353312"/>
              <a:ext cx="3127248" cy="310896"/>
            </a:xfrm>
            <a:prstGeom prst="rect">
              <a:avLst/>
            </a:prstGeom>
            <a:noFill/>
            <a:ln/>
          </p:spPr>
          <p:txBody>
            <a:bodyPr wrap="square" lIns="0" tIns="0" rIns="0" bIns="0" rtlCol="0" anchor="ctr"/>
            <a:lstStyle/>
            <a:p>
              <a:pPr marL="0" indent="0">
                <a:buNone/>
              </a:pPr>
              <a:r>
                <a:rPr lang="en-US" sz="1300" b="1" i="1" dirty="0">
                  <a:solidFill>
                    <a:srgbClr val="555555"/>
                  </a:solidFill>
                </a:rPr>
                <a:t>I can work as a delivery partner</a:t>
              </a:r>
              <a:endParaRPr lang="en-US" sz="1300" b="1" dirty="0"/>
            </a:p>
          </p:txBody>
        </p:sp>
        <p:sp>
          <p:nvSpPr>
            <p:cNvPr id="65" name="Shape 17">
              <a:extLst>
                <a:ext uri="{FF2B5EF4-FFF2-40B4-BE49-F238E27FC236}">
                  <a16:creationId xmlns:a16="http://schemas.microsoft.com/office/drawing/2014/main" id="{E970C735-AD65-57F9-C253-8E4CFD5DEF8A}"/>
                </a:ext>
              </a:extLst>
            </p:cNvPr>
            <p:cNvSpPr/>
            <p:nvPr/>
          </p:nvSpPr>
          <p:spPr>
            <a:xfrm>
              <a:off x="109728" y="1682496"/>
              <a:ext cx="8924544" cy="347472"/>
            </a:xfrm>
            <a:prstGeom prst="rect">
              <a:avLst/>
            </a:prstGeom>
            <a:solidFill>
              <a:srgbClr val="FFF0E8"/>
            </a:solidFill>
            <a:ln w="12700">
              <a:solidFill>
                <a:srgbClr val="E0D0C8"/>
              </a:solidFill>
              <a:prstDash val="solid"/>
            </a:ln>
          </p:spPr>
        </p:sp>
        <p:sp>
          <p:nvSpPr>
            <p:cNvPr id="66" name="Shape 18">
              <a:extLst>
                <a:ext uri="{FF2B5EF4-FFF2-40B4-BE49-F238E27FC236}">
                  <a16:creationId xmlns:a16="http://schemas.microsoft.com/office/drawing/2014/main" id="{7CBA3585-3C46-51EB-F49E-16A45A5E99AB}"/>
                </a:ext>
              </a:extLst>
            </p:cNvPr>
            <p:cNvSpPr/>
            <p:nvPr/>
          </p:nvSpPr>
          <p:spPr>
            <a:xfrm>
              <a:off x="859536" y="1682496"/>
              <a:ext cx="18288" cy="347472"/>
            </a:xfrm>
            <a:prstGeom prst="rect">
              <a:avLst/>
            </a:prstGeom>
            <a:solidFill>
              <a:srgbClr val="D0C0B8"/>
            </a:solidFill>
            <a:ln w="12700">
              <a:solidFill>
                <a:srgbClr val="D0C0B8"/>
              </a:solidFill>
              <a:prstDash val="solid"/>
            </a:ln>
          </p:spPr>
        </p:sp>
        <p:sp>
          <p:nvSpPr>
            <p:cNvPr id="67" name="Shape 19">
              <a:extLst>
                <a:ext uri="{FF2B5EF4-FFF2-40B4-BE49-F238E27FC236}">
                  <a16:creationId xmlns:a16="http://schemas.microsoft.com/office/drawing/2014/main" id="{C0523C16-8FD6-1585-ECDA-2D3FCB095076}"/>
                </a:ext>
              </a:extLst>
            </p:cNvPr>
            <p:cNvSpPr/>
            <p:nvPr/>
          </p:nvSpPr>
          <p:spPr>
            <a:xfrm>
              <a:off x="5797296" y="1682496"/>
              <a:ext cx="18288" cy="347472"/>
            </a:xfrm>
            <a:prstGeom prst="rect">
              <a:avLst/>
            </a:prstGeom>
            <a:solidFill>
              <a:srgbClr val="D0C0B8"/>
            </a:solidFill>
            <a:ln w="12700">
              <a:solidFill>
                <a:srgbClr val="D0C0B8"/>
              </a:solidFill>
              <a:prstDash val="solid"/>
            </a:ln>
          </p:spPr>
        </p:sp>
        <p:sp>
          <p:nvSpPr>
            <p:cNvPr id="68" name="Text 20">
              <a:extLst>
                <a:ext uri="{FF2B5EF4-FFF2-40B4-BE49-F238E27FC236}">
                  <a16:creationId xmlns:a16="http://schemas.microsoft.com/office/drawing/2014/main" id="{8E2A98AB-EA5D-CFD1-6380-DC40C1BA6AF6}"/>
                </a:ext>
              </a:extLst>
            </p:cNvPr>
            <p:cNvSpPr/>
            <p:nvPr/>
          </p:nvSpPr>
          <p:spPr>
            <a:xfrm>
              <a:off x="201168" y="1700784"/>
              <a:ext cx="658368" cy="310896"/>
            </a:xfrm>
            <a:prstGeom prst="rect">
              <a:avLst/>
            </a:prstGeom>
            <a:noFill/>
            <a:ln/>
          </p:spPr>
          <p:txBody>
            <a:bodyPr wrap="square" lIns="0" tIns="0" rIns="0" bIns="0" rtlCol="0" anchor="ctr"/>
            <a:lstStyle/>
            <a:p>
              <a:pPr marL="0" indent="0">
                <a:buNone/>
              </a:pPr>
              <a:r>
                <a:rPr lang="en-US" sz="1300" b="1" dirty="0">
                  <a:solidFill>
                    <a:srgbClr val="D45500"/>
                  </a:solidFill>
                </a:rPr>
                <a:t>US021</a:t>
              </a:r>
              <a:endParaRPr lang="en-US" sz="1300" b="1" dirty="0"/>
            </a:p>
          </p:txBody>
        </p:sp>
        <p:sp>
          <p:nvSpPr>
            <p:cNvPr id="69" name="Text 21">
              <a:extLst>
                <a:ext uri="{FF2B5EF4-FFF2-40B4-BE49-F238E27FC236}">
                  <a16:creationId xmlns:a16="http://schemas.microsoft.com/office/drawing/2014/main" id="{42E4B0AB-F9B1-8C02-8E1C-67498923AA9E}"/>
                </a:ext>
              </a:extLst>
            </p:cNvPr>
            <p:cNvSpPr/>
            <p:nvPr/>
          </p:nvSpPr>
          <p:spPr>
            <a:xfrm>
              <a:off x="950976" y="1700784"/>
              <a:ext cx="4828032" cy="310896"/>
            </a:xfrm>
            <a:prstGeom prst="rect">
              <a:avLst/>
            </a:prstGeom>
            <a:noFill/>
            <a:ln/>
          </p:spPr>
          <p:txBody>
            <a:bodyPr wrap="square" lIns="0" tIns="0" rIns="0" bIns="0" rtlCol="0" anchor="ctr"/>
            <a:lstStyle/>
            <a:p>
              <a:pPr marL="0" indent="0">
                <a:buNone/>
              </a:pPr>
              <a:r>
                <a:rPr lang="en-US" sz="1300" b="1" dirty="0">
                  <a:solidFill>
                    <a:srgbClr val="222222"/>
                  </a:solidFill>
                </a:rPr>
                <a:t>Receive order assignment notifications</a:t>
              </a:r>
              <a:endParaRPr lang="en-US" sz="1300" b="1" dirty="0"/>
            </a:p>
          </p:txBody>
        </p:sp>
        <p:sp>
          <p:nvSpPr>
            <p:cNvPr id="70" name="Text 22">
              <a:extLst>
                <a:ext uri="{FF2B5EF4-FFF2-40B4-BE49-F238E27FC236}">
                  <a16:creationId xmlns:a16="http://schemas.microsoft.com/office/drawing/2014/main" id="{864DA46A-B487-7334-7D67-D9496FADC877}"/>
                </a:ext>
              </a:extLst>
            </p:cNvPr>
            <p:cNvSpPr/>
            <p:nvPr/>
          </p:nvSpPr>
          <p:spPr>
            <a:xfrm>
              <a:off x="5888736" y="1700784"/>
              <a:ext cx="3127248" cy="310896"/>
            </a:xfrm>
            <a:prstGeom prst="rect">
              <a:avLst/>
            </a:prstGeom>
            <a:noFill/>
            <a:ln/>
          </p:spPr>
          <p:txBody>
            <a:bodyPr wrap="square" lIns="0" tIns="0" rIns="0" bIns="0" rtlCol="0" anchor="ctr"/>
            <a:lstStyle/>
            <a:p>
              <a:pPr marL="0" indent="0">
                <a:buNone/>
              </a:pPr>
              <a:r>
                <a:rPr lang="en-US" sz="1300" b="1" i="1" dirty="0">
                  <a:solidFill>
                    <a:srgbClr val="555555"/>
                  </a:solidFill>
                </a:rPr>
                <a:t>I can accept delivery requests</a:t>
              </a:r>
              <a:endParaRPr lang="en-US" sz="1300" b="1" dirty="0"/>
            </a:p>
          </p:txBody>
        </p:sp>
        <p:sp>
          <p:nvSpPr>
            <p:cNvPr id="71" name="Shape 23">
              <a:extLst>
                <a:ext uri="{FF2B5EF4-FFF2-40B4-BE49-F238E27FC236}">
                  <a16:creationId xmlns:a16="http://schemas.microsoft.com/office/drawing/2014/main" id="{A65F36C5-1262-D1F7-BDDC-0A2EFD6D6317}"/>
                </a:ext>
              </a:extLst>
            </p:cNvPr>
            <p:cNvSpPr/>
            <p:nvPr/>
          </p:nvSpPr>
          <p:spPr>
            <a:xfrm>
              <a:off x="109728" y="2029968"/>
              <a:ext cx="8924544" cy="347472"/>
            </a:xfrm>
            <a:prstGeom prst="rect">
              <a:avLst/>
            </a:prstGeom>
            <a:solidFill>
              <a:srgbClr val="FFFFFF"/>
            </a:solidFill>
            <a:ln w="12700">
              <a:solidFill>
                <a:srgbClr val="E0D0C8"/>
              </a:solidFill>
              <a:prstDash val="solid"/>
            </a:ln>
          </p:spPr>
        </p:sp>
        <p:sp>
          <p:nvSpPr>
            <p:cNvPr id="72" name="Shape 24">
              <a:extLst>
                <a:ext uri="{FF2B5EF4-FFF2-40B4-BE49-F238E27FC236}">
                  <a16:creationId xmlns:a16="http://schemas.microsoft.com/office/drawing/2014/main" id="{1ECF3076-A300-FCE6-AD2F-1512BC4CC3BD}"/>
                </a:ext>
              </a:extLst>
            </p:cNvPr>
            <p:cNvSpPr/>
            <p:nvPr/>
          </p:nvSpPr>
          <p:spPr>
            <a:xfrm>
              <a:off x="859536" y="2029968"/>
              <a:ext cx="18288" cy="347472"/>
            </a:xfrm>
            <a:prstGeom prst="rect">
              <a:avLst/>
            </a:prstGeom>
            <a:solidFill>
              <a:srgbClr val="D0C0B8"/>
            </a:solidFill>
            <a:ln w="12700">
              <a:solidFill>
                <a:srgbClr val="D0C0B8"/>
              </a:solidFill>
              <a:prstDash val="solid"/>
            </a:ln>
          </p:spPr>
        </p:sp>
        <p:sp>
          <p:nvSpPr>
            <p:cNvPr id="73" name="Shape 25">
              <a:extLst>
                <a:ext uri="{FF2B5EF4-FFF2-40B4-BE49-F238E27FC236}">
                  <a16:creationId xmlns:a16="http://schemas.microsoft.com/office/drawing/2014/main" id="{6420ADEE-B0B4-18FC-F02A-F183654752AC}"/>
                </a:ext>
              </a:extLst>
            </p:cNvPr>
            <p:cNvSpPr/>
            <p:nvPr/>
          </p:nvSpPr>
          <p:spPr>
            <a:xfrm>
              <a:off x="5797296" y="2029968"/>
              <a:ext cx="18288" cy="347472"/>
            </a:xfrm>
            <a:prstGeom prst="rect">
              <a:avLst/>
            </a:prstGeom>
            <a:solidFill>
              <a:srgbClr val="D0C0B8"/>
            </a:solidFill>
            <a:ln w="12700">
              <a:solidFill>
                <a:srgbClr val="D0C0B8"/>
              </a:solidFill>
              <a:prstDash val="solid"/>
            </a:ln>
          </p:spPr>
        </p:sp>
        <p:sp>
          <p:nvSpPr>
            <p:cNvPr id="74" name="Text 26">
              <a:extLst>
                <a:ext uri="{FF2B5EF4-FFF2-40B4-BE49-F238E27FC236}">
                  <a16:creationId xmlns:a16="http://schemas.microsoft.com/office/drawing/2014/main" id="{D5565905-E66A-AE1E-DE52-F300686F78CC}"/>
                </a:ext>
              </a:extLst>
            </p:cNvPr>
            <p:cNvSpPr/>
            <p:nvPr/>
          </p:nvSpPr>
          <p:spPr>
            <a:xfrm>
              <a:off x="201168" y="2048256"/>
              <a:ext cx="658368" cy="310896"/>
            </a:xfrm>
            <a:prstGeom prst="rect">
              <a:avLst/>
            </a:prstGeom>
            <a:noFill/>
            <a:ln/>
          </p:spPr>
          <p:txBody>
            <a:bodyPr wrap="square" lIns="0" tIns="0" rIns="0" bIns="0" rtlCol="0" anchor="ctr"/>
            <a:lstStyle/>
            <a:p>
              <a:pPr marL="0" indent="0">
                <a:buNone/>
              </a:pPr>
              <a:r>
                <a:rPr lang="en-US" sz="1300" b="1" dirty="0">
                  <a:solidFill>
                    <a:srgbClr val="D45500"/>
                  </a:solidFill>
                </a:rPr>
                <a:t>US022</a:t>
              </a:r>
              <a:endParaRPr lang="en-US" sz="1300" b="1" dirty="0"/>
            </a:p>
          </p:txBody>
        </p:sp>
        <p:sp>
          <p:nvSpPr>
            <p:cNvPr id="75" name="Text 27">
              <a:extLst>
                <a:ext uri="{FF2B5EF4-FFF2-40B4-BE49-F238E27FC236}">
                  <a16:creationId xmlns:a16="http://schemas.microsoft.com/office/drawing/2014/main" id="{0DF07B5F-4FA8-6CF4-9EC4-04FB98B2F1C5}"/>
                </a:ext>
              </a:extLst>
            </p:cNvPr>
            <p:cNvSpPr/>
            <p:nvPr/>
          </p:nvSpPr>
          <p:spPr>
            <a:xfrm>
              <a:off x="950976" y="2048256"/>
              <a:ext cx="4828032" cy="310896"/>
            </a:xfrm>
            <a:prstGeom prst="rect">
              <a:avLst/>
            </a:prstGeom>
            <a:noFill/>
            <a:ln/>
          </p:spPr>
          <p:txBody>
            <a:bodyPr wrap="square" lIns="0" tIns="0" rIns="0" bIns="0" rtlCol="0" anchor="ctr"/>
            <a:lstStyle/>
            <a:p>
              <a:pPr marL="0" indent="0">
                <a:buNone/>
              </a:pPr>
              <a:r>
                <a:rPr lang="en-US" sz="1300" b="1" dirty="0">
                  <a:solidFill>
                    <a:srgbClr val="222222"/>
                  </a:solidFill>
                </a:rPr>
                <a:t>View pickup location and delivery address</a:t>
              </a:r>
              <a:endParaRPr lang="en-US" sz="1300" b="1" dirty="0"/>
            </a:p>
          </p:txBody>
        </p:sp>
        <p:sp>
          <p:nvSpPr>
            <p:cNvPr id="76" name="Text 28">
              <a:extLst>
                <a:ext uri="{FF2B5EF4-FFF2-40B4-BE49-F238E27FC236}">
                  <a16:creationId xmlns:a16="http://schemas.microsoft.com/office/drawing/2014/main" id="{4C534D49-EE74-A3FA-85D3-14FA4F0437A7}"/>
                </a:ext>
              </a:extLst>
            </p:cNvPr>
            <p:cNvSpPr/>
            <p:nvPr/>
          </p:nvSpPr>
          <p:spPr>
            <a:xfrm>
              <a:off x="5888736" y="2048256"/>
              <a:ext cx="3127248" cy="310896"/>
            </a:xfrm>
            <a:prstGeom prst="rect">
              <a:avLst/>
            </a:prstGeom>
            <a:noFill/>
            <a:ln/>
          </p:spPr>
          <p:txBody>
            <a:bodyPr wrap="square" lIns="0" tIns="0" rIns="0" bIns="0" rtlCol="0" anchor="ctr"/>
            <a:lstStyle/>
            <a:p>
              <a:pPr marL="0" indent="0">
                <a:buNone/>
              </a:pPr>
              <a:r>
                <a:rPr lang="en-US" sz="1300" b="1" i="1" dirty="0">
                  <a:solidFill>
                    <a:srgbClr val="555555"/>
                  </a:solidFill>
                </a:rPr>
                <a:t>I can plan my route efficiently</a:t>
              </a:r>
              <a:endParaRPr lang="en-US" sz="1300" b="1" dirty="0"/>
            </a:p>
          </p:txBody>
        </p:sp>
        <p:sp>
          <p:nvSpPr>
            <p:cNvPr id="77" name="Shape 29">
              <a:extLst>
                <a:ext uri="{FF2B5EF4-FFF2-40B4-BE49-F238E27FC236}">
                  <a16:creationId xmlns:a16="http://schemas.microsoft.com/office/drawing/2014/main" id="{3B323B40-B407-B200-BD90-964CC94734D3}"/>
                </a:ext>
              </a:extLst>
            </p:cNvPr>
            <p:cNvSpPr/>
            <p:nvPr/>
          </p:nvSpPr>
          <p:spPr>
            <a:xfrm>
              <a:off x="109728" y="2377440"/>
              <a:ext cx="8924544" cy="347472"/>
            </a:xfrm>
            <a:prstGeom prst="rect">
              <a:avLst/>
            </a:prstGeom>
            <a:solidFill>
              <a:srgbClr val="FFF0E8"/>
            </a:solidFill>
            <a:ln w="12700">
              <a:solidFill>
                <a:srgbClr val="E0D0C8"/>
              </a:solidFill>
              <a:prstDash val="solid"/>
            </a:ln>
          </p:spPr>
        </p:sp>
        <p:sp>
          <p:nvSpPr>
            <p:cNvPr id="78" name="Shape 30">
              <a:extLst>
                <a:ext uri="{FF2B5EF4-FFF2-40B4-BE49-F238E27FC236}">
                  <a16:creationId xmlns:a16="http://schemas.microsoft.com/office/drawing/2014/main" id="{030C4BE1-2CC1-2568-B6A2-61FF9ACD12DB}"/>
                </a:ext>
              </a:extLst>
            </p:cNvPr>
            <p:cNvSpPr/>
            <p:nvPr/>
          </p:nvSpPr>
          <p:spPr>
            <a:xfrm>
              <a:off x="859536" y="2377440"/>
              <a:ext cx="18288" cy="347472"/>
            </a:xfrm>
            <a:prstGeom prst="rect">
              <a:avLst/>
            </a:prstGeom>
            <a:solidFill>
              <a:srgbClr val="D0C0B8"/>
            </a:solidFill>
            <a:ln w="12700">
              <a:solidFill>
                <a:srgbClr val="D0C0B8"/>
              </a:solidFill>
              <a:prstDash val="solid"/>
            </a:ln>
          </p:spPr>
        </p:sp>
        <p:sp>
          <p:nvSpPr>
            <p:cNvPr id="79" name="Shape 31">
              <a:extLst>
                <a:ext uri="{FF2B5EF4-FFF2-40B4-BE49-F238E27FC236}">
                  <a16:creationId xmlns:a16="http://schemas.microsoft.com/office/drawing/2014/main" id="{209DF6D5-4170-71C7-32A6-D0EDBC71F9A3}"/>
                </a:ext>
              </a:extLst>
            </p:cNvPr>
            <p:cNvSpPr/>
            <p:nvPr/>
          </p:nvSpPr>
          <p:spPr>
            <a:xfrm>
              <a:off x="5797296" y="2377440"/>
              <a:ext cx="18288" cy="347472"/>
            </a:xfrm>
            <a:prstGeom prst="rect">
              <a:avLst/>
            </a:prstGeom>
            <a:solidFill>
              <a:srgbClr val="D0C0B8"/>
            </a:solidFill>
            <a:ln w="12700">
              <a:solidFill>
                <a:srgbClr val="D0C0B8"/>
              </a:solidFill>
              <a:prstDash val="solid"/>
            </a:ln>
          </p:spPr>
        </p:sp>
        <p:sp>
          <p:nvSpPr>
            <p:cNvPr id="80" name="Text 32">
              <a:extLst>
                <a:ext uri="{FF2B5EF4-FFF2-40B4-BE49-F238E27FC236}">
                  <a16:creationId xmlns:a16="http://schemas.microsoft.com/office/drawing/2014/main" id="{0ABDB1D6-5DD3-709A-AD70-15A4E6A9D5BD}"/>
                </a:ext>
              </a:extLst>
            </p:cNvPr>
            <p:cNvSpPr/>
            <p:nvPr/>
          </p:nvSpPr>
          <p:spPr>
            <a:xfrm>
              <a:off x="201168" y="2395728"/>
              <a:ext cx="658368" cy="310896"/>
            </a:xfrm>
            <a:prstGeom prst="rect">
              <a:avLst/>
            </a:prstGeom>
            <a:noFill/>
            <a:ln/>
          </p:spPr>
          <p:txBody>
            <a:bodyPr wrap="square" lIns="0" tIns="0" rIns="0" bIns="0" rtlCol="0" anchor="ctr"/>
            <a:lstStyle/>
            <a:p>
              <a:pPr marL="0" indent="0">
                <a:buNone/>
              </a:pPr>
              <a:r>
                <a:rPr lang="en-US" sz="1300" b="1" dirty="0">
                  <a:solidFill>
                    <a:srgbClr val="D45500"/>
                  </a:solidFill>
                </a:rPr>
                <a:t>US023</a:t>
              </a:r>
              <a:endParaRPr lang="en-US" sz="1300" b="1" dirty="0"/>
            </a:p>
          </p:txBody>
        </p:sp>
        <p:sp>
          <p:nvSpPr>
            <p:cNvPr id="81" name="Text 33">
              <a:extLst>
                <a:ext uri="{FF2B5EF4-FFF2-40B4-BE49-F238E27FC236}">
                  <a16:creationId xmlns:a16="http://schemas.microsoft.com/office/drawing/2014/main" id="{34BDC8C3-2027-045E-6577-BDF21A0E3FDB}"/>
                </a:ext>
              </a:extLst>
            </p:cNvPr>
            <p:cNvSpPr/>
            <p:nvPr/>
          </p:nvSpPr>
          <p:spPr>
            <a:xfrm>
              <a:off x="950976" y="2395728"/>
              <a:ext cx="4828032" cy="310896"/>
            </a:xfrm>
            <a:prstGeom prst="rect">
              <a:avLst/>
            </a:prstGeom>
            <a:noFill/>
            <a:ln/>
          </p:spPr>
          <p:txBody>
            <a:bodyPr wrap="square" lIns="0" tIns="0" rIns="0" bIns="0" rtlCol="0" anchor="ctr"/>
            <a:lstStyle/>
            <a:p>
              <a:pPr marL="0" indent="0">
                <a:buNone/>
              </a:pPr>
              <a:r>
                <a:rPr lang="en-US" sz="1300" b="1" dirty="0">
                  <a:solidFill>
                    <a:srgbClr val="222222"/>
                  </a:solidFill>
                </a:rPr>
                <a:t>Update delivery status at each stage</a:t>
              </a:r>
              <a:endParaRPr lang="en-US" sz="1300" b="1" dirty="0"/>
            </a:p>
          </p:txBody>
        </p:sp>
        <p:sp>
          <p:nvSpPr>
            <p:cNvPr id="82" name="Text 34">
              <a:extLst>
                <a:ext uri="{FF2B5EF4-FFF2-40B4-BE49-F238E27FC236}">
                  <a16:creationId xmlns:a16="http://schemas.microsoft.com/office/drawing/2014/main" id="{590C9E62-4647-9C6F-F765-366EEC7F8AF3}"/>
                </a:ext>
              </a:extLst>
            </p:cNvPr>
            <p:cNvSpPr/>
            <p:nvPr/>
          </p:nvSpPr>
          <p:spPr>
            <a:xfrm>
              <a:off x="5888736" y="2395728"/>
              <a:ext cx="3127248" cy="310896"/>
            </a:xfrm>
            <a:prstGeom prst="rect">
              <a:avLst/>
            </a:prstGeom>
            <a:noFill/>
            <a:ln/>
          </p:spPr>
          <p:txBody>
            <a:bodyPr wrap="square" lIns="0" tIns="0" rIns="0" bIns="0" rtlCol="0" anchor="ctr"/>
            <a:lstStyle/>
            <a:p>
              <a:pPr marL="0" indent="0">
                <a:buNone/>
              </a:pPr>
              <a:r>
                <a:rPr lang="en-US" sz="1300" b="1" i="1" dirty="0">
                  <a:solidFill>
                    <a:srgbClr val="555555"/>
                  </a:solidFill>
                </a:rPr>
                <a:t>Customers can track their order accurately</a:t>
              </a:r>
              <a:endParaRPr lang="en-US" sz="1300" b="1" dirty="0"/>
            </a:p>
          </p:txBody>
        </p:sp>
        <p:sp>
          <p:nvSpPr>
            <p:cNvPr id="83" name="Shape 35">
              <a:extLst>
                <a:ext uri="{FF2B5EF4-FFF2-40B4-BE49-F238E27FC236}">
                  <a16:creationId xmlns:a16="http://schemas.microsoft.com/office/drawing/2014/main" id="{818D65F7-6390-E5EE-3D7C-DEA4606F3473}"/>
                </a:ext>
              </a:extLst>
            </p:cNvPr>
            <p:cNvSpPr/>
            <p:nvPr/>
          </p:nvSpPr>
          <p:spPr>
            <a:xfrm>
              <a:off x="109728" y="2724912"/>
              <a:ext cx="8924544" cy="347472"/>
            </a:xfrm>
            <a:prstGeom prst="rect">
              <a:avLst/>
            </a:prstGeom>
            <a:solidFill>
              <a:srgbClr val="FFFFFF"/>
            </a:solidFill>
            <a:ln w="12700">
              <a:solidFill>
                <a:srgbClr val="E0D0C8"/>
              </a:solidFill>
              <a:prstDash val="solid"/>
            </a:ln>
          </p:spPr>
        </p:sp>
        <p:sp>
          <p:nvSpPr>
            <p:cNvPr id="84" name="Shape 36">
              <a:extLst>
                <a:ext uri="{FF2B5EF4-FFF2-40B4-BE49-F238E27FC236}">
                  <a16:creationId xmlns:a16="http://schemas.microsoft.com/office/drawing/2014/main" id="{3D484430-6259-652B-7692-156C8B8E6CA6}"/>
                </a:ext>
              </a:extLst>
            </p:cNvPr>
            <p:cNvSpPr/>
            <p:nvPr/>
          </p:nvSpPr>
          <p:spPr>
            <a:xfrm>
              <a:off x="859536" y="2724912"/>
              <a:ext cx="18288" cy="347472"/>
            </a:xfrm>
            <a:prstGeom prst="rect">
              <a:avLst/>
            </a:prstGeom>
            <a:solidFill>
              <a:srgbClr val="D0C0B8"/>
            </a:solidFill>
            <a:ln w="12700">
              <a:solidFill>
                <a:srgbClr val="D0C0B8"/>
              </a:solidFill>
              <a:prstDash val="solid"/>
            </a:ln>
          </p:spPr>
        </p:sp>
        <p:sp>
          <p:nvSpPr>
            <p:cNvPr id="85" name="Shape 37">
              <a:extLst>
                <a:ext uri="{FF2B5EF4-FFF2-40B4-BE49-F238E27FC236}">
                  <a16:creationId xmlns:a16="http://schemas.microsoft.com/office/drawing/2014/main" id="{772FA69F-067D-2C14-3A75-507E9A5918CC}"/>
                </a:ext>
              </a:extLst>
            </p:cNvPr>
            <p:cNvSpPr/>
            <p:nvPr/>
          </p:nvSpPr>
          <p:spPr>
            <a:xfrm>
              <a:off x="5797296" y="2724912"/>
              <a:ext cx="18288" cy="347472"/>
            </a:xfrm>
            <a:prstGeom prst="rect">
              <a:avLst/>
            </a:prstGeom>
            <a:solidFill>
              <a:srgbClr val="D0C0B8"/>
            </a:solidFill>
            <a:ln w="12700">
              <a:solidFill>
                <a:srgbClr val="D0C0B8"/>
              </a:solidFill>
              <a:prstDash val="solid"/>
            </a:ln>
          </p:spPr>
        </p:sp>
        <p:sp>
          <p:nvSpPr>
            <p:cNvPr id="86" name="Text 38">
              <a:extLst>
                <a:ext uri="{FF2B5EF4-FFF2-40B4-BE49-F238E27FC236}">
                  <a16:creationId xmlns:a16="http://schemas.microsoft.com/office/drawing/2014/main" id="{1048314F-C3DF-6981-42A4-FCEF38EC0CC9}"/>
                </a:ext>
              </a:extLst>
            </p:cNvPr>
            <p:cNvSpPr/>
            <p:nvPr/>
          </p:nvSpPr>
          <p:spPr>
            <a:xfrm>
              <a:off x="201168" y="2743200"/>
              <a:ext cx="658368" cy="310896"/>
            </a:xfrm>
            <a:prstGeom prst="rect">
              <a:avLst/>
            </a:prstGeom>
            <a:noFill/>
            <a:ln/>
          </p:spPr>
          <p:txBody>
            <a:bodyPr wrap="square" lIns="0" tIns="0" rIns="0" bIns="0" rtlCol="0" anchor="ctr"/>
            <a:lstStyle/>
            <a:p>
              <a:pPr marL="0" indent="0">
                <a:buNone/>
              </a:pPr>
              <a:r>
                <a:rPr lang="en-US" sz="1300" b="1" dirty="0">
                  <a:solidFill>
                    <a:srgbClr val="D45500"/>
                  </a:solidFill>
                </a:rPr>
                <a:t>US024</a:t>
              </a:r>
              <a:endParaRPr lang="en-US" sz="1300" b="1" dirty="0"/>
            </a:p>
          </p:txBody>
        </p:sp>
        <p:sp>
          <p:nvSpPr>
            <p:cNvPr id="87" name="Text 39">
              <a:extLst>
                <a:ext uri="{FF2B5EF4-FFF2-40B4-BE49-F238E27FC236}">
                  <a16:creationId xmlns:a16="http://schemas.microsoft.com/office/drawing/2014/main" id="{70D8EC6B-F23B-4237-945F-A9164817905C}"/>
                </a:ext>
              </a:extLst>
            </p:cNvPr>
            <p:cNvSpPr/>
            <p:nvPr/>
          </p:nvSpPr>
          <p:spPr>
            <a:xfrm>
              <a:off x="950976" y="2743200"/>
              <a:ext cx="4828032" cy="310896"/>
            </a:xfrm>
            <a:prstGeom prst="rect">
              <a:avLst/>
            </a:prstGeom>
            <a:noFill/>
            <a:ln/>
          </p:spPr>
          <p:txBody>
            <a:bodyPr wrap="square" lIns="0" tIns="0" rIns="0" bIns="0" rtlCol="0" anchor="ctr"/>
            <a:lstStyle/>
            <a:p>
              <a:pPr marL="0" indent="0">
                <a:buNone/>
              </a:pPr>
              <a:r>
                <a:rPr lang="en-US" sz="1300" b="1" dirty="0">
                  <a:solidFill>
                    <a:srgbClr val="222222"/>
                  </a:solidFill>
                </a:rPr>
                <a:t>View my delivery history and earnings</a:t>
              </a:r>
              <a:endParaRPr lang="en-US" sz="1300" b="1" dirty="0"/>
            </a:p>
          </p:txBody>
        </p:sp>
        <p:sp>
          <p:nvSpPr>
            <p:cNvPr id="88" name="Text 40">
              <a:extLst>
                <a:ext uri="{FF2B5EF4-FFF2-40B4-BE49-F238E27FC236}">
                  <a16:creationId xmlns:a16="http://schemas.microsoft.com/office/drawing/2014/main" id="{EA71EDA0-D0F6-92CD-76D7-CB0A84B649CA}"/>
                </a:ext>
              </a:extLst>
            </p:cNvPr>
            <p:cNvSpPr/>
            <p:nvPr/>
          </p:nvSpPr>
          <p:spPr>
            <a:xfrm>
              <a:off x="5888736" y="2743200"/>
              <a:ext cx="3127248" cy="310896"/>
            </a:xfrm>
            <a:prstGeom prst="rect">
              <a:avLst/>
            </a:prstGeom>
            <a:noFill/>
            <a:ln/>
          </p:spPr>
          <p:txBody>
            <a:bodyPr wrap="square" lIns="0" tIns="0" rIns="0" bIns="0" rtlCol="0" anchor="ctr"/>
            <a:lstStyle/>
            <a:p>
              <a:pPr marL="0" indent="0">
                <a:buNone/>
              </a:pPr>
              <a:r>
                <a:rPr lang="en-US" sz="1300" b="1" i="1" dirty="0">
                  <a:solidFill>
                    <a:srgbClr val="555555"/>
                  </a:solidFill>
                </a:rPr>
                <a:t>I can track my income</a:t>
              </a:r>
              <a:endParaRPr lang="en-US" sz="1300" b="1" dirty="0"/>
            </a:p>
          </p:txBody>
        </p:sp>
        <p:sp>
          <p:nvSpPr>
            <p:cNvPr id="89" name="Shape 41">
              <a:extLst>
                <a:ext uri="{FF2B5EF4-FFF2-40B4-BE49-F238E27FC236}">
                  <a16:creationId xmlns:a16="http://schemas.microsoft.com/office/drawing/2014/main" id="{98974794-2841-6D52-D20F-AE699A1B86FA}"/>
                </a:ext>
              </a:extLst>
            </p:cNvPr>
            <p:cNvSpPr/>
            <p:nvPr/>
          </p:nvSpPr>
          <p:spPr>
            <a:xfrm>
              <a:off x="109728" y="3072384"/>
              <a:ext cx="8924544" cy="347472"/>
            </a:xfrm>
            <a:prstGeom prst="rect">
              <a:avLst/>
            </a:prstGeom>
            <a:solidFill>
              <a:srgbClr val="FFF3CD"/>
            </a:solidFill>
            <a:ln w="12700">
              <a:solidFill>
                <a:srgbClr val="E0D0C8"/>
              </a:solidFill>
              <a:prstDash val="solid"/>
            </a:ln>
          </p:spPr>
          <p:txBody>
            <a:bodyPr/>
            <a:lstStyle/>
            <a:p>
              <a:endParaRPr lang="en-IN" sz="1300" b="1" dirty="0"/>
            </a:p>
          </p:txBody>
        </p:sp>
        <p:sp>
          <p:nvSpPr>
            <p:cNvPr id="90" name="Shape 42">
              <a:extLst>
                <a:ext uri="{FF2B5EF4-FFF2-40B4-BE49-F238E27FC236}">
                  <a16:creationId xmlns:a16="http://schemas.microsoft.com/office/drawing/2014/main" id="{0069C917-C0A7-AF87-4880-80D11E7204AD}"/>
                </a:ext>
              </a:extLst>
            </p:cNvPr>
            <p:cNvSpPr/>
            <p:nvPr/>
          </p:nvSpPr>
          <p:spPr>
            <a:xfrm>
              <a:off x="859536" y="3072384"/>
              <a:ext cx="18288" cy="347472"/>
            </a:xfrm>
            <a:prstGeom prst="rect">
              <a:avLst/>
            </a:prstGeom>
            <a:solidFill>
              <a:srgbClr val="D0C0B8"/>
            </a:solidFill>
            <a:ln w="12700">
              <a:solidFill>
                <a:srgbClr val="D0C0B8"/>
              </a:solidFill>
              <a:prstDash val="solid"/>
            </a:ln>
          </p:spPr>
        </p:sp>
        <p:sp>
          <p:nvSpPr>
            <p:cNvPr id="91" name="Shape 43">
              <a:extLst>
                <a:ext uri="{FF2B5EF4-FFF2-40B4-BE49-F238E27FC236}">
                  <a16:creationId xmlns:a16="http://schemas.microsoft.com/office/drawing/2014/main" id="{B13A0B94-CB2E-AC03-A474-A28C473CCDBF}"/>
                </a:ext>
              </a:extLst>
            </p:cNvPr>
            <p:cNvSpPr/>
            <p:nvPr/>
          </p:nvSpPr>
          <p:spPr>
            <a:xfrm>
              <a:off x="5797296" y="3072384"/>
              <a:ext cx="18288" cy="347472"/>
            </a:xfrm>
            <a:prstGeom prst="rect">
              <a:avLst/>
            </a:prstGeom>
            <a:solidFill>
              <a:srgbClr val="D0C0B8"/>
            </a:solidFill>
            <a:ln w="12700">
              <a:solidFill>
                <a:srgbClr val="D0C0B8"/>
              </a:solidFill>
              <a:prstDash val="solid"/>
            </a:ln>
          </p:spPr>
        </p:sp>
        <p:sp>
          <p:nvSpPr>
            <p:cNvPr id="92" name="Shape 44">
              <a:extLst>
                <a:ext uri="{FF2B5EF4-FFF2-40B4-BE49-F238E27FC236}">
                  <a16:creationId xmlns:a16="http://schemas.microsoft.com/office/drawing/2014/main" id="{2F9A9177-8A5C-4369-4A5F-9508882B15D0}"/>
                </a:ext>
              </a:extLst>
            </p:cNvPr>
            <p:cNvSpPr/>
            <p:nvPr/>
          </p:nvSpPr>
          <p:spPr>
            <a:xfrm>
              <a:off x="109728" y="3072384"/>
              <a:ext cx="54864" cy="347472"/>
            </a:xfrm>
            <a:prstGeom prst="rect">
              <a:avLst/>
            </a:prstGeom>
            <a:solidFill>
              <a:srgbClr val="F4C430"/>
            </a:solidFill>
            <a:ln w="12700">
              <a:solidFill>
                <a:srgbClr val="F4C430"/>
              </a:solidFill>
              <a:prstDash val="solid"/>
            </a:ln>
          </p:spPr>
        </p:sp>
        <p:sp>
          <p:nvSpPr>
            <p:cNvPr id="93" name="Text 45">
              <a:extLst>
                <a:ext uri="{FF2B5EF4-FFF2-40B4-BE49-F238E27FC236}">
                  <a16:creationId xmlns:a16="http://schemas.microsoft.com/office/drawing/2014/main" id="{1A50E159-A0D9-61A2-2E21-43C6890E66F0}"/>
                </a:ext>
              </a:extLst>
            </p:cNvPr>
            <p:cNvSpPr/>
            <p:nvPr/>
          </p:nvSpPr>
          <p:spPr>
            <a:xfrm>
              <a:off x="201168" y="3090672"/>
              <a:ext cx="658368" cy="310896"/>
            </a:xfrm>
            <a:prstGeom prst="rect">
              <a:avLst/>
            </a:prstGeom>
            <a:noFill/>
            <a:ln/>
          </p:spPr>
          <p:txBody>
            <a:bodyPr wrap="square" lIns="0" tIns="0" rIns="0" bIns="0" rtlCol="0" anchor="ctr"/>
            <a:lstStyle/>
            <a:p>
              <a:pPr marL="0" indent="0">
                <a:buNone/>
              </a:pPr>
              <a:r>
                <a:rPr lang="en-US" sz="1300" b="1" dirty="0">
                  <a:solidFill>
                    <a:srgbClr val="8B6000"/>
                  </a:solidFill>
                </a:rPr>
                <a:t>US028★</a:t>
              </a:r>
              <a:endParaRPr lang="en-US" sz="1300" b="1" dirty="0"/>
            </a:p>
          </p:txBody>
        </p:sp>
        <p:sp>
          <p:nvSpPr>
            <p:cNvPr id="94" name="Text 46">
              <a:extLst>
                <a:ext uri="{FF2B5EF4-FFF2-40B4-BE49-F238E27FC236}">
                  <a16:creationId xmlns:a16="http://schemas.microsoft.com/office/drawing/2014/main" id="{1FE45CD2-C3D9-878F-2951-5C451CD7DC71}"/>
                </a:ext>
              </a:extLst>
            </p:cNvPr>
            <p:cNvSpPr/>
            <p:nvPr/>
          </p:nvSpPr>
          <p:spPr>
            <a:xfrm>
              <a:off x="950976" y="3090672"/>
              <a:ext cx="4828032" cy="310896"/>
            </a:xfrm>
            <a:prstGeom prst="rect">
              <a:avLst/>
            </a:prstGeom>
            <a:noFill/>
            <a:ln/>
          </p:spPr>
          <p:txBody>
            <a:bodyPr wrap="square" lIns="0" tIns="0" rIns="0" bIns="0" rtlCol="0" anchor="ctr"/>
            <a:lstStyle/>
            <a:p>
              <a:pPr marL="0" indent="0">
                <a:buNone/>
              </a:pPr>
              <a:r>
                <a:rPr lang="en-US" sz="1300" b="1" dirty="0">
                  <a:solidFill>
                    <a:srgbClr val="222222"/>
                  </a:solidFill>
                </a:rPr>
                <a:t>Toggle my availability between online and offline</a:t>
              </a:r>
              <a:endParaRPr lang="en-US" sz="1300" b="1" dirty="0"/>
            </a:p>
          </p:txBody>
        </p:sp>
        <p:sp>
          <p:nvSpPr>
            <p:cNvPr id="95" name="Text 47">
              <a:extLst>
                <a:ext uri="{FF2B5EF4-FFF2-40B4-BE49-F238E27FC236}">
                  <a16:creationId xmlns:a16="http://schemas.microsoft.com/office/drawing/2014/main" id="{168B3452-1763-8DF4-AC30-FD53AF2CF4E5}"/>
                </a:ext>
              </a:extLst>
            </p:cNvPr>
            <p:cNvSpPr/>
            <p:nvPr/>
          </p:nvSpPr>
          <p:spPr>
            <a:xfrm>
              <a:off x="5888736" y="3090672"/>
              <a:ext cx="3127248" cy="310896"/>
            </a:xfrm>
            <a:prstGeom prst="rect">
              <a:avLst/>
            </a:prstGeom>
            <a:noFill/>
            <a:ln/>
          </p:spPr>
          <p:txBody>
            <a:bodyPr wrap="square" lIns="0" tIns="0" rIns="0" bIns="0" rtlCol="0" anchor="ctr"/>
            <a:lstStyle/>
            <a:p>
              <a:pPr marL="0" indent="0">
                <a:buNone/>
              </a:pPr>
              <a:r>
                <a:rPr lang="en-US" sz="1300" b="1" i="1" dirty="0">
                  <a:solidFill>
                    <a:srgbClr val="555555"/>
                  </a:solidFill>
                </a:rPr>
                <a:t>I only receive requests when I am ready to deliver</a:t>
              </a:r>
              <a:endParaRPr lang="en-US" sz="1300" b="1" dirty="0"/>
            </a:p>
          </p:txBody>
        </p:sp>
      </p:grpSp>
    </p:spTree>
    <p:extLst>
      <p:ext uri="{BB962C8B-B14F-4D97-AF65-F5344CB8AC3E}">
        <p14:creationId xmlns:p14="http://schemas.microsoft.com/office/powerpoint/2010/main" val="39829172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1A733-E65C-4E51-4E56-9104754211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AE67E5-BB6C-665E-F322-EC5116FF05A8}"/>
              </a:ext>
            </a:extLst>
          </p:cNvPr>
          <p:cNvSpPr>
            <a:spLocks noGrp="1"/>
          </p:cNvSpPr>
          <p:nvPr>
            <p:ph type="title"/>
          </p:nvPr>
        </p:nvSpPr>
        <p:spPr>
          <a:xfrm>
            <a:off x="115169" y="178777"/>
            <a:ext cx="9404723" cy="1400530"/>
          </a:xfrm>
        </p:spPr>
        <p:txBody>
          <a:bodyPr/>
          <a:lstStyle/>
          <a:p>
            <a:r>
              <a:rPr lang="en-US" sz="3500" b="1" dirty="0"/>
              <a:t>CONT…</a:t>
            </a:r>
            <a:endParaRPr lang="en-IN" sz="3500" b="1" dirty="0"/>
          </a:p>
        </p:txBody>
      </p:sp>
      <p:sp>
        <p:nvSpPr>
          <p:cNvPr id="4" name="Footer Placeholder 3">
            <a:extLst>
              <a:ext uri="{FF2B5EF4-FFF2-40B4-BE49-F238E27FC236}">
                <a16:creationId xmlns:a16="http://schemas.microsoft.com/office/drawing/2014/main" id="{E309D29A-A9C2-8E48-C98F-ABEE94D08325}"/>
              </a:ext>
            </a:extLst>
          </p:cNvPr>
          <p:cNvSpPr>
            <a:spLocks noGrp="1"/>
          </p:cNvSpPr>
          <p:nvPr>
            <p:ph type="ftr" sz="quarter" idx="11"/>
          </p:nvPr>
        </p:nvSpPr>
        <p:spPr/>
        <p:txBody>
          <a:bodyPr/>
          <a:lstStyle/>
          <a:p>
            <a:r>
              <a:rPr lang="en-IN"/>
              <a:t>DHIRUBHAI AMBANI UNIVERSITY</a:t>
            </a:r>
          </a:p>
        </p:txBody>
      </p:sp>
      <p:sp>
        <p:nvSpPr>
          <p:cNvPr id="5" name="Slide Number Placeholder 4">
            <a:extLst>
              <a:ext uri="{FF2B5EF4-FFF2-40B4-BE49-F238E27FC236}">
                <a16:creationId xmlns:a16="http://schemas.microsoft.com/office/drawing/2014/main" id="{704CC2C6-4BD7-6097-4385-7705F7D94606}"/>
              </a:ext>
            </a:extLst>
          </p:cNvPr>
          <p:cNvSpPr>
            <a:spLocks noGrp="1"/>
          </p:cNvSpPr>
          <p:nvPr>
            <p:ph type="sldNum" sz="quarter" idx="12"/>
          </p:nvPr>
        </p:nvSpPr>
        <p:spPr/>
        <p:txBody>
          <a:bodyPr/>
          <a:lstStyle/>
          <a:p>
            <a:fld id="{B035404B-7E99-4F63-A61D-6FB719BCDCFF}" type="slidenum">
              <a:rPr lang="en-IN" smtClean="0"/>
              <a:t>7</a:t>
            </a:fld>
            <a:endParaRPr lang="en-IN"/>
          </a:p>
        </p:txBody>
      </p:sp>
      <p:grpSp>
        <p:nvGrpSpPr>
          <p:cNvPr id="3" name="Group 2">
            <a:extLst>
              <a:ext uri="{FF2B5EF4-FFF2-40B4-BE49-F238E27FC236}">
                <a16:creationId xmlns:a16="http://schemas.microsoft.com/office/drawing/2014/main" id="{4918B4D8-D538-9DD9-1097-689255516118}"/>
              </a:ext>
            </a:extLst>
          </p:cNvPr>
          <p:cNvGrpSpPr/>
          <p:nvPr/>
        </p:nvGrpSpPr>
        <p:grpSpPr>
          <a:xfrm>
            <a:off x="485621" y="1814739"/>
            <a:ext cx="9866919" cy="3228521"/>
            <a:chOff x="109728" y="1335024"/>
            <a:chExt cx="8924544" cy="1737360"/>
          </a:xfrm>
        </p:grpSpPr>
        <p:sp>
          <p:nvSpPr>
            <p:cNvPr id="53" name="Shape 11">
              <a:extLst>
                <a:ext uri="{FF2B5EF4-FFF2-40B4-BE49-F238E27FC236}">
                  <a16:creationId xmlns:a16="http://schemas.microsoft.com/office/drawing/2014/main" id="{690F7D60-66AE-DFEC-0FF4-170143ADFB4D}"/>
                </a:ext>
              </a:extLst>
            </p:cNvPr>
            <p:cNvSpPr/>
            <p:nvPr/>
          </p:nvSpPr>
          <p:spPr>
            <a:xfrm>
              <a:off x="109728" y="1335024"/>
              <a:ext cx="8924544" cy="347472"/>
            </a:xfrm>
            <a:prstGeom prst="rect">
              <a:avLst/>
            </a:prstGeom>
            <a:solidFill>
              <a:srgbClr val="FFFFFF"/>
            </a:solidFill>
            <a:ln w="12700">
              <a:solidFill>
                <a:srgbClr val="E0D0C8"/>
              </a:solidFill>
              <a:prstDash val="solid"/>
            </a:ln>
          </p:spPr>
        </p:sp>
        <p:sp>
          <p:nvSpPr>
            <p:cNvPr id="54" name="Shape 12">
              <a:extLst>
                <a:ext uri="{FF2B5EF4-FFF2-40B4-BE49-F238E27FC236}">
                  <a16:creationId xmlns:a16="http://schemas.microsoft.com/office/drawing/2014/main" id="{C265A555-FF32-C0D9-F364-065AE0CE34A9}"/>
                </a:ext>
              </a:extLst>
            </p:cNvPr>
            <p:cNvSpPr/>
            <p:nvPr/>
          </p:nvSpPr>
          <p:spPr>
            <a:xfrm>
              <a:off x="859536" y="1335024"/>
              <a:ext cx="18288" cy="347472"/>
            </a:xfrm>
            <a:prstGeom prst="rect">
              <a:avLst/>
            </a:prstGeom>
            <a:solidFill>
              <a:srgbClr val="D0C0B8"/>
            </a:solidFill>
            <a:ln w="12700">
              <a:solidFill>
                <a:srgbClr val="D0C0B8"/>
              </a:solidFill>
              <a:prstDash val="solid"/>
            </a:ln>
          </p:spPr>
        </p:sp>
        <p:sp>
          <p:nvSpPr>
            <p:cNvPr id="55" name="Shape 13">
              <a:extLst>
                <a:ext uri="{FF2B5EF4-FFF2-40B4-BE49-F238E27FC236}">
                  <a16:creationId xmlns:a16="http://schemas.microsoft.com/office/drawing/2014/main" id="{8FAACD81-678E-A32B-C499-16A4C77F8141}"/>
                </a:ext>
              </a:extLst>
            </p:cNvPr>
            <p:cNvSpPr/>
            <p:nvPr/>
          </p:nvSpPr>
          <p:spPr>
            <a:xfrm>
              <a:off x="5797296" y="1335024"/>
              <a:ext cx="18288" cy="347472"/>
            </a:xfrm>
            <a:prstGeom prst="rect">
              <a:avLst/>
            </a:prstGeom>
            <a:solidFill>
              <a:srgbClr val="D0C0B8"/>
            </a:solidFill>
            <a:ln w="12700">
              <a:solidFill>
                <a:srgbClr val="D0C0B8"/>
              </a:solidFill>
              <a:prstDash val="solid"/>
            </a:ln>
          </p:spPr>
        </p:sp>
        <p:sp>
          <p:nvSpPr>
            <p:cNvPr id="56" name="Text 14">
              <a:extLst>
                <a:ext uri="{FF2B5EF4-FFF2-40B4-BE49-F238E27FC236}">
                  <a16:creationId xmlns:a16="http://schemas.microsoft.com/office/drawing/2014/main" id="{54D06160-46C2-CCDD-817B-76DACB9E8FB5}"/>
                </a:ext>
              </a:extLst>
            </p:cNvPr>
            <p:cNvSpPr/>
            <p:nvPr/>
          </p:nvSpPr>
          <p:spPr>
            <a:xfrm>
              <a:off x="201168" y="1353312"/>
              <a:ext cx="658368" cy="310896"/>
            </a:xfrm>
            <a:prstGeom prst="rect">
              <a:avLst/>
            </a:prstGeom>
            <a:noFill/>
            <a:ln/>
          </p:spPr>
          <p:txBody>
            <a:bodyPr wrap="square" lIns="0" tIns="0" rIns="0" bIns="0" rtlCol="0" anchor="ctr"/>
            <a:lstStyle/>
            <a:p>
              <a:pPr marL="0" indent="0">
                <a:buNone/>
              </a:pPr>
              <a:r>
                <a:rPr lang="en-US" sz="1300" b="1" dirty="0">
                  <a:solidFill>
                    <a:srgbClr val="C04000"/>
                  </a:solidFill>
                </a:rPr>
                <a:t>US025</a:t>
              </a:r>
              <a:endParaRPr lang="en-US" sz="1300" b="1" dirty="0"/>
            </a:p>
          </p:txBody>
        </p:sp>
        <p:sp>
          <p:nvSpPr>
            <p:cNvPr id="57" name="Text 15">
              <a:extLst>
                <a:ext uri="{FF2B5EF4-FFF2-40B4-BE49-F238E27FC236}">
                  <a16:creationId xmlns:a16="http://schemas.microsoft.com/office/drawing/2014/main" id="{48EE1AF7-47B1-8587-CB7D-B04F54666803}"/>
                </a:ext>
              </a:extLst>
            </p:cNvPr>
            <p:cNvSpPr/>
            <p:nvPr/>
          </p:nvSpPr>
          <p:spPr>
            <a:xfrm>
              <a:off x="950976" y="1353312"/>
              <a:ext cx="4828032" cy="310896"/>
            </a:xfrm>
            <a:prstGeom prst="rect">
              <a:avLst/>
            </a:prstGeom>
            <a:noFill/>
            <a:ln/>
          </p:spPr>
          <p:txBody>
            <a:bodyPr wrap="square" lIns="0" tIns="0" rIns="0" bIns="0" rtlCol="0" anchor="ctr"/>
            <a:lstStyle/>
            <a:p>
              <a:pPr marL="0" indent="0">
                <a:buNone/>
              </a:pPr>
              <a:r>
                <a:rPr lang="en-US" sz="1300" b="1" dirty="0">
                  <a:solidFill>
                    <a:srgbClr val="222222"/>
                  </a:solidFill>
                </a:rPr>
                <a:t>Approve restaurant registrations after verification</a:t>
              </a:r>
              <a:endParaRPr lang="en-US" sz="1300" b="1" dirty="0"/>
            </a:p>
          </p:txBody>
        </p:sp>
        <p:sp>
          <p:nvSpPr>
            <p:cNvPr id="58" name="Text 16">
              <a:extLst>
                <a:ext uri="{FF2B5EF4-FFF2-40B4-BE49-F238E27FC236}">
                  <a16:creationId xmlns:a16="http://schemas.microsoft.com/office/drawing/2014/main" id="{39569527-C550-5E99-138C-037498A90A9E}"/>
                </a:ext>
              </a:extLst>
            </p:cNvPr>
            <p:cNvSpPr/>
            <p:nvPr/>
          </p:nvSpPr>
          <p:spPr>
            <a:xfrm>
              <a:off x="5888736" y="1353312"/>
              <a:ext cx="3127248" cy="310896"/>
            </a:xfrm>
            <a:prstGeom prst="rect">
              <a:avLst/>
            </a:prstGeom>
            <a:noFill/>
            <a:ln/>
          </p:spPr>
          <p:txBody>
            <a:bodyPr wrap="square" lIns="0" tIns="0" rIns="0" bIns="0" rtlCol="0" anchor="ctr"/>
            <a:lstStyle/>
            <a:p>
              <a:pPr marL="0" indent="0">
                <a:buNone/>
              </a:pPr>
              <a:r>
                <a:rPr lang="en-US" sz="1300" b="1" i="1" dirty="0">
                  <a:solidFill>
                    <a:srgbClr val="555555"/>
                  </a:solidFill>
                </a:rPr>
                <a:t>Only legitimate businesses join the platform</a:t>
              </a:r>
              <a:endParaRPr lang="en-US" sz="1300" b="1" dirty="0"/>
            </a:p>
          </p:txBody>
        </p:sp>
        <p:sp>
          <p:nvSpPr>
            <p:cNvPr id="59" name="Shape 17">
              <a:extLst>
                <a:ext uri="{FF2B5EF4-FFF2-40B4-BE49-F238E27FC236}">
                  <a16:creationId xmlns:a16="http://schemas.microsoft.com/office/drawing/2014/main" id="{11D3BBCD-8E8A-6D9F-DB60-FEF3699D7A7F}"/>
                </a:ext>
              </a:extLst>
            </p:cNvPr>
            <p:cNvSpPr/>
            <p:nvPr/>
          </p:nvSpPr>
          <p:spPr>
            <a:xfrm>
              <a:off x="109728" y="1682496"/>
              <a:ext cx="8924544" cy="347472"/>
            </a:xfrm>
            <a:prstGeom prst="rect">
              <a:avLst/>
            </a:prstGeom>
            <a:solidFill>
              <a:srgbClr val="FFF0E8"/>
            </a:solidFill>
            <a:ln w="12700">
              <a:solidFill>
                <a:srgbClr val="E0D0C8"/>
              </a:solidFill>
              <a:prstDash val="solid"/>
            </a:ln>
          </p:spPr>
        </p:sp>
        <p:sp>
          <p:nvSpPr>
            <p:cNvPr id="60" name="Shape 18">
              <a:extLst>
                <a:ext uri="{FF2B5EF4-FFF2-40B4-BE49-F238E27FC236}">
                  <a16:creationId xmlns:a16="http://schemas.microsoft.com/office/drawing/2014/main" id="{1D765547-E2FE-47EC-2722-7FD82C034BE1}"/>
                </a:ext>
              </a:extLst>
            </p:cNvPr>
            <p:cNvSpPr/>
            <p:nvPr/>
          </p:nvSpPr>
          <p:spPr>
            <a:xfrm>
              <a:off x="859536" y="1682496"/>
              <a:ext cx="18288" cy="347472"/>
            </a:xfrm>
            <a:prstGeom prst="rect">
              <a:avLst/>
            </a:prstGeom>
            <a:solidFill>
              <a:srgbClr val="D0C0B8"/>
            </a:solidFill>
            <a:ln w="12700">
              <a:solidFill>
                <a:srgbClr val="D0C0B8"/>
              </a:solidFill>
              <a:prstDash val="solid"/>
            </a:ln>
          </p:spPr>
        </p:sp>
        <p:sp>
          <p:nvSpPr>
            <p:cNvPr id="61" name="Shape 19">
              <a:extLst>
                <a:ext uri="{FF2B5EF4-FFF2-40B4-BE49-F238E27FC236}">
                  <a16:creationId xmlns:a16="http://schemas.microsoft.com/office/drawing/2014/main" id="{3AFDF61E-A7A4-7FD5-C351-10BADAD407BC}"/>
                </a:ext>
              </a:extLst>
            </p:cNvPr>
            <p:cNvSpPr/>
            <p:nvPr/>
          </p:nvSpPr>
          <p:spPr>
            <a:xfrm>
              <a:off x="5797296" y="1682496"/>
              <a:ext cx="18288" cy="347472"/>
            </a:xfrm>
            <a:prstGeom prst="rect">
              <a:avLst/>
            </a:prstGeom>
            <a:solidFill>
              <a:srgbClr val="D0C0B8"/>
            </a:solidFill>
            <a:ln w="12700">
              <a:solidFill>
                <a:srgbClr val="D0C0B8"/>
              </a:solidFill>
              <a:prstDash val="solid"/>
            </a:ln>
          </p:spPr>
        </p:sp>
        <p:sp>
          <p:nvSpPr>
            <p:cNvPr id="62" name="Text 20">
              <a:extLst>
                <a:ext uri="{FF2B5EF4-FFF2-40B4-BE49-F238E27FC236}">
                  <a16:creationId xmlns:a16="http://schemas.microsoft.com/office/drawing/2014/main" id="{8482E196-6CD5-EC20-B77D-36487427D277}"/>
                </a:ext>
              </a:extLst>
            </p:cNvPr>
            <p:cNvSpPr/>
            <p:nvPr/>
          </p:nvSpPr>
          <p:spPr>
            <a:xfrm>
              <a:off x="201168" y="1700784"/>
              <a:ext cx="658368" cy="310896"/>
            </a:xfrm>
            <a:prstGeom prst="rect">
              <a:avLst/>
            </a:prstGeom>
            <a:noFill/>
            <a:ln/>
          </p:spPr>
          <p:txBody>
            <a:bodyPr wrap="square" lIns="0" tIns="0" rIns="0" bIns="0" rtlCol="0" anchor="ctr"/>
            <a:lstStyle/>
            <a:p>
              <a:pPr marL="0" indent="0">
                <a:buNone/>
              </a:pPr>
              <a:r>
                <a:rPr lang="en-US" sz="1300" b="1" dirty="0">
                  <a:solidFill>
                    <a:srgbClr val="C04000"/>
                  </a:solidFill>
                </a:rPr>
                <a:t>US026</a:t>
              </a:r>
              <a:endParaRPr lang="en-US" sz="1300" b="1" dirty="0"/>
            </a:p>
          </p:txBody>
        </p:sp>
        <p:sp>
          <p:nvSpPr>
            <p:cNvPr id="63" name="Text 21">
              <a:extLst>
                <a:ext uri="{FF2B5EF4-FFF2-40B4-BE49-F238E27FC236}">
                  <a16:creationId xmlns:a16="http://schemas.microsoft.com/office/drawing/2014/main" id="{CACD4DA7-5736-4590-7D94-F10A895EF607}"/>
                </a:ext>
              </a:extLst>
            </p:cNvPr>
            <p:cNvSpPr/>
            <p:nvPr/>
          </p:nvSpPr>
          <p:spPr>
            <a:xfrm>
              <a:off x="950976" y="1700784"/>
              <a:ext cx="4828032" cy="310896"/>
            </a:xfrm>
            <a:prstGeom prst="rect">
              <a:avLst/>
            </a:prstGeom>
            <a:noFill/>
            <a:ln/>
          </p:spPr>
          <p:txBody>
            <a:bodyPr wrap="square" lIns="0" tIns="0" rIns="0" bIns="0" rtlCol="0" anchor="ctr"/>
            <a:lstStyle/>
            <a:p>
              <a:pPr marL="0" indent="0">
                <a:buNone/>
              </a:pPr>
              <a:r>
                <a:rPr lang="en-US" sz="1300" b="1" dirty="0">
                  <a:solidFill>
                    <a:srgbClr val="222222"/>
                  </a:solidFill>
                </a:rPr>
                <a:t>Approve delivery partner applications</a:t>
              </a:r>
              <a:endParaRPr lang="en-US" sz="1300" b="1" dirty="0"/>
            </a:p>
          </p:txBody>
        </p:sp>
        <p:sp>
          <p:nvSpPr>
            <p:cNvPr id="64" name="Text 22">
              <a:extLst>
                <a:ext uri="{FF2B5EF4-FFF2-40B4-BE49-F238E27FC236}">
                  <a16:creationId xmlns:a16="http://schemas.microsoft.com/office/drawing/2014/main" id="{ED6F603F-6935-A085-79A8-E1DD995C3438}"/>
                </a:ext>
              </a:extLst>
            </p:cNvPr>
            <p:cNvSpPr/>
            <p:nvPr/>
          </p:nvSpPr>
          <p:spPr>
            <a:xfrm>
              <a:off x="5888736" y="1700784"/>
              <a:ext cx="3127248" cy="310896"/>
            </a:xfrm>
            <a:prstGeom prst="rect">
              <a:avLst/>
            </a:prstGeom>
            <a:noFill/>
            <a:ln/>
          </p:spPr>
          <p:txBody>
            <a:bodyPr wrap="square" lIns="0" tIns="0" rIns="0" bIns="0" rtlCol="0" anchor="ctr"/>
            <a:lstStyle/>
            <a:p>
              <a:pPr marL="0" indent="0">
                <a:buNone/>
              </a:pPr>
              <a:r>
                <a:rPr lang="en-US" sz="1300" b="1" i="1" dirty="0">
                  <a:solidFill>
                    <a:srgbClr val="555555"/>
                  </a:solidFill>
                </a:rPr>
                <a:t>Only verified partners deliver orders</a:t>
              </a:r>
              <a:endParaRPr lang="en-US" sz="1300" b="1" dirty="0"/>
            </a:p>
          </p:txBody>
        </p:sp>
        <p:sp>
          <p:nvSpPr>
            <p:cNvPr id="65" name="Shape 23">
              <a:extLst>
                <a:ext uri="{FF2B5EF4-FFF2-40B4-BE49-F238E27FC236}">
                  <a16:creationId xmlns:a16="http://schemas.microsoft.com/office/drawing/2014/main" id="{EE62149D-C6C7-93EA-B9A3-7319D65665FC}"/>
                </a:ext>
              </a:extLst>
            </p:cNvPr>
            <p:cNvSpPr/>
            <p:nvPr/>
          </p:nvSpPr>
          <p:spPr>
            <a:xfrm>
              <a:off x="109728" y="2029968"/>
              <a:ext cx="8924544" cy="347472"/>
            </a:xfrm>
            <a:prstGeom prst="rect">
              <a:avLst/>
            </a:prstGeom>
            <a:solidFill>
              <a:srgbClr val="FFFFFF"/>
            </a:solidFill>
            <a:ln w="12700">
              <a:solidFill>
                <a:srgbClr val="E0D0C8"/>
              </a:solidFill>
              <a:prstDash val="solid"/>
            </a:ln>
          </p:spPr>
        </p:sp>
        <p:sp>
          <p:nvSpPr>
            <p:cNvPr id="66" name="Shape 24">
              <a:extLst>
                <a:ext uri="{FF2B5EF4-FFF2-40B4-BE49-F238E27FC236}">
                  <a16:creationId xmlns:a16="http://schemas.microsoft.com/office/drawing/2014/main" id="{344BCBBF-84D2-20A2-65DA-E4BB2F365B32}"/>
                </a:ext>
              </a:extLst>
            </p:cNvPr>
            <p:cNvSpPr/>
            <p:nvPr/>
          </p:nvSpPr>
          <p:spPr>
            <a:xfrm>
              <a:off x="859536" y="2029968"/>
              <a:ext cx="18288" cy="347472"/>
            </a:xfrm>
            <a:prstGeom prst="rect">
              <a:avLst/>
            </a:prstGeom>
            <a:solidFill>
              <a:srgbClr val="D0C0B8"/>
            </a:solidFill>
            <a:ln w="12700">
              <a:solidFill>
                <a:srgbClr val="D0C0B8"/>
              </a:solidFill>
              <a:prstDash val="solid"/>
            </a:ln>
          </p:spPr>
        </p:sp>
        <p:sp>
          <p:nvSpPr>
            <p:cNvPr id="67" name="Shape 25">
              <a:extLst>
                <a:ext uri="{FF2B5EF4-FFF2-40B4-BE49-F238E27FC236}">
                  <a16:creationId xmlns:a16="http://schemas.microsoft.com/office/drawing/2014/main" id="{4C399093-8903-14E4-8863-3D257273599D}"/>
                </a:ext>
              </a:extLst>
            </p:cNvPr>
            <p:cNvSpPr/>
            <p:nvPr/>
          </p:nvSpPr>
          <p:spPr>
            <a:xfrm>
              <a:off x="5797296" y="2029968"/>
              <a:ext cx="18288" cy="347472"/>
            </a:xfrm>
            <a:prstGeom prst="rect">
              <a:avLst/>
            </a:prstGeom>
            <a:solidFill>
              <a:srgbClr val="D0C0B8"/>
            </a:solidFill>
            <a:ln w="12700">
              <a:solidFill>
                <a:srgbClr val="D0C0B8"/>
              </a:solidFill>
              <a:prstDash val="solid"/>
            </a:ln>
          </p:spPr>
        </p:sp>
        <p:sp>
          <p:nvSpPr>
            <p:cNvPr id="68" name="Text 26">
              <a:extLst>
                <a:ext uri="{FF2B5EF4-FFF2-40B4-BE49-F238E27FC236}">
                  <a16:creationId xmlns:a16="http://schemas.microsoft.com/office/drawing/2014/main" id="{6F08FFD3-4E71-D6FF-998C-FD4C3F8DA3CE}"/>
                </a:ext>
              </a:extLst>
            </p:cNvPr>
            <p:cNvSpPr/>
            <p:nvPr/>
          </p:nvSpPr>
          <p:spPr>
            <a:xfrm>
              <a:off x="201168" y="2048256"/>
              <a:ext cx="658368" cy="310896"/>
            </a:xfrm>
            <a:prstGeom prst="rect">
              <a:avLst/>
            </a:prstGeom>
            <a:noFill/>
            <a:ln/>
          </p:spPr>
          <p:txBody>
            <a:bodyPr wrap="square" lIns="0" tIns="0" rIns="0" bIns="0" rtlCol="0" anchor="ctr"/>
            <a:lstStyle/>
            <a:p>
              <a:pPr marL="0" indent="0">
                <a:buNone/>
              </a:pPr>
              <a:r>
                <a:rPr lang="en-US" sz="1300" b="1" dirty="0">
                  <a:solidFill>
                    <a:srgbClr val="C04000"/>
                  </a:solidFill>
                </a:rPr>
                <a:t>US027</a:t>
              </a:r>
              <a:endParaRPr lang="en-US" sz="1300" b="1" dirty="0"/>
            </a:p>
          </p:txBody>
        </p:sp>
        <p:sp>
          <p:nvSpPr>
            <p:cNvPr id="69" name="Text 27">
              <a:extLst>
                <a:ext uri="{FF2B5EF4-FFF2-40B4-BE49-F238E27FC236}">
                  <a16:creationId xmlns:a16="http://schemas.microsoft.com/office/drawing/2014/main" id="{602D48ED-750E-451A-0870-5A5478721F0D}"/>
                </a:ext>
              </a:extLst>
            </p:cNvPr>
            <p:cNvSpPr/>
            <p:nvPr/>
          </p:nvSpPr>
          <p:spPr>
            <a:xfrm>
              <a:off x="950976" y="2048256"/>
              <a:ext cx="4828032" cy="310896"/>
            </a:xfrm>
            <a:prstGeom prst="rect">
              <a:avLst/>
            </a:prstGeom>
            <a:noFill/>
            <a:ln/>
          </p:spPr>
          <p:txBody>
            <a:bodyPr wrap="square" lIns="0" tIns="0" rIns="0" bIns="0" rtlCol="0" anchor="ctr"/>
            <a:lstStyle/>
            <a:p>
              <a:pPr marL="0" indent="0">
                <a:buNone/>
              </a:pPr>
              <a:r>
                <a:rPr lang="en-US" sz="1300" b="1" dirty="0">
                  <a:solidFill>
                    <a:srgbClr val="222222"/>
                  </a:solidFill>
                </a:rPr>
                <a:t>Monitor all orders across the platform</a:t>
              </a:r>
              <a:endParaRPr lang="en-US" sz="1300" b="1" dirty="0"/>
            </a:p>
          </p:txBody>
        </p:sp>
        <p:sp>
          <p:nvSpPr>
            <p:cNvPr id="70" name="Text 28">
              <a:extLst>
                <a:ext uri="{FF2B5EF4-FFF2-40B4-BE49-F238E27FC236}">
                  <a16:creationId xmlns:a16="http://schemas.microsoft.com/office/drawing/2014/main" id="{85A95B96-0E86-5BCF-CC90-063B4C702A43}"/>
                </a:ext>
              </a:extLst>
            </p:cNvPr>
            <p:cNvSpPr/>
            <p:nvPr/>
          </p:nvSpPr>
          <p:spPr>
            <a:xfrm>
              <a:off x="5888736" y="2048256"/>
              <a:ext cx="3127248" cy="310896"/>
            </a:xfrm>
            <a:prstGeom prst="rect">
              <a:avLst/>
            </a:prstGeom>
            <a:noFill/>
            <a:ln/>
          </p:spPr>
          <p:txBody>
            <a:bodyPr wrap="square" lIns="0" tIns="0" rIns="0" bIns="0" rtlCol="0" anchor="ctr"/>
            <a:lstStyle/>
            <a:p>
              <a:pPr marL="0" indent="0">
                <a:buNone/>
              </a:pPr>
              <a:r>
                <a:rPr lang="en-US" sz="1300" b="1" i="1" dirty="0">
                  <a:solidFill>
                    <a:srgbClr val="555555"/>
                  </a:solidFill>
                </a:rPr>
                <a:t>I can identify and resolve issues quickly</a:t>
              </a:r>
              <a:endParaRPr lang="en-US" sz="1300" b="1" dirty="0"/>
            </a:p>
          </p:txBody>
        </p:sp>
        <p:sp>
          <p:nvSpPr>
            <p:cNvPr id="71" name="Shape 29">
              <a:extLst>
                <a:ext uri="{FF2B5EF4-FFF2-40B4-BE49-F238E27FC236}">
                  <a16:creationId xmlns:a16="http://schemas.microsoft.com/office/drawing/2014/main" id="{7E007292-95EE-3424-192C-0F315A636206}"/>
                </a:ext>
              </a:extLst>
            </p:cNvPr>
            <p:cNvSpPr/>
            <p:nvPr/>
          </p:nvSpPr>
          <p:spPr>
            <a:xfrm>
              <a:off x="109728" y="2377440"/>
              <a:ext cx="8924544" cy="347472"/>
            </a:xfrm>
            <a:prstGeom prst="rect">
              <a:avLst/>
            </a:prstGeom>
            <a:solidFill>
              <a:srgbClr val="FFF3CD"/>
            </a:solidFill>
            <a:ln w="12700">
              <a:solidFill>
                <a:srgbClr val="E0D0C8"/>
              </a:solidFill>
              <a:prstDash val="solid"/>
            </a:ln>
          </p:spPr>
        </p:sp>
        <p:sp>
          <p:nvSpPr>
            <p:cNvPr id="72" name="Shape 30">
              <a:extLst>
                <a:ext uri="{FF2B5EF4-FFF2-40B4-BE49-F238E27FC236}">
                  <a16:creationId xmlns:a16="http://schemas.microsoft.com/office/drawing/2014/main" id="{85D6316A-AE2A-13DD-78A4-F74A79AB783F}"/>
                </a:ext>
              </a:extLst>
            </p:cNvPr>
            <p:cNvSpPr/>
            <p:nvPr/>
          </p:nvSpPr>
          <p:spPr>
            <a:xfrm>
              <a:off x="859536" y="2377440"/>
              <a:ext cx="18288" cy="347472"/>
            </a:xfrm>
            <a:prstGeom prst="rect">
              <a:avLst/>
            </a:prstGeom>
            <a:solidFill>
              <a:srgbClr val="D0C0B8"/>
            </a:solidFill>
            <a:ln w="12700">
              <a:solidFill>
                <a:srgbClr val="D0C0B8"/>
              </a:solidFill>
              <a:prstDash val="solid"/>
            </a:ln>
          </p:spPr>
        </p:sp>
        <p:sp>
          <p:nvSpPr>
            <p:cNvPr id="73" name="Shape 31">
              <a:extLst>
                <a:ext uri="{FF2B5EF4-FFF2-40B4-BE49-F238E27FC236}">
                  <a16:creationId xmlns:a16="http://schemas.microsoft.com/office/drawing/2014/main" id="{5060CED1-8727-6862-AC20-C7CAA310B489}"/>
                </a:ext>
              </a:extLst>
            </p:cNvPr>
            <p:cNvSpPr/>
            <p:nvPr/>
          </p:nvSpPr>
          <p:spPr>
            <a:xfrm>
              <a:off x="5797296" y="2377440"/>
              <a:ext cx="18288" cy="347472"/>
            </a:xfrm>
            <a:prstGeom prst="rect">
              <a:avLst/>
            </a:prstGeom>
            <a:solidFill>
              <a:srgbClr val="D0C0B8"/>
            </a:solidFill>
            <a:ln w="12700">
              <a:solidFill>
                <a:srgbClr val="D0C0B8"/>
              </a:solidFill>
              <a:prstDash val="solid"/>
            </a:ln>
          </p:spPr>
        </p:sp>
        <p:sp>
          <p:nvSpPr>
            <p:cNvPr id="74" name="Shape 32">
              <a:extLst>
                <a:ext uri="{FF2B5EF4-FFF2-40B4-BE49-F238E27FC236}">
                  <a16:creationId xmlns:a16="http://schemas.microsoft.com/office/drawing/2014/main" id="{B5DE2AE3-BBD1-DFC3-179A-80C260712306}"/>
                </a:ext>
              </a:extLst>
            </p:cNvPr>
            <p:cNvSpPr/>
            <p:nvPr/>
          </p:nvSpPr>
          <p:spPr>
            <a:xfrm>
              <a:off x="109728" y="2377440"/>
              <a:ext cx="54864" cy="347472"/>
            </a:xfrm>
            <a:prstGeom prst="rect">
              <a:avLst/>
            </a:prstGeom>
            <a:solidFill>
              <a:srgbClr val="F4C430"/>
            </a:solidFill>
            <a:ln w="12700">
              <a:solidFill>
                <a:srgbClr val="F4C430"/>
              </a:solidFill>
              <a:prstDash val="solid"/>
            </a:ln>
          </p:spPr>
        </p:sp>
        <p:sp>
          <p:nvSpPr>
            <p:cNvPr id="75" name="Text 33">
              <a:extLst>
                <a:ext uri="{FF2B5EF4-FFF2-40B4-BE49-F238E27FC236}">
                  <a16:creationId xmlns:a16="http://schemas.microsoft.com/office/drawing/2014/main" id="{C53AB86A-8A1F-C89F-ABCA-104002B4AC19}"/>
                </a:ext>
              </a:extLst>
            </p:cNvPr>
            <p:cNvSpPr/>
            <p:nvPr/>
          </p:nvSpPr>
          <p:spPr>
            <a:xfrm>
              <a:off x="201168" y="2395728"/>
              <a:ext cx="658368" cy="310896"/>
            </a:xfrm>
            <a:prstGeom prst="rect">
              <a:avLst/>
            </a:prstGeom>
            <a:noFill/>
            <a:ln/>
          </p:spPr>
          <p:txBody>
            <a:bodyPr wrap="square" lIns="0" tIns="0" rIns="0" bIns="0" rtlCol="0" anchor="ctr"/>
            <a:lstStyle/>
            <a:p>
              <a:pPr marL="0" indent="0">
                <a:buNone/>
              </a:pPr>
              <a:r>
                <a:rPr lang="en-US" sz="1300" b="1" dirty="0">
                  <a:solidFill>
                    <a:srgbClr val="8B6000"/>
                  </a:solidFill>
                </a:rPr>
                <a:t>US029★</a:t>
              </a:r>
              <a:endParaRPr lang="en-US" sz="1300" b="1" dirty="0"/>
            </a:p>
          </p:txBody>
        </p:sp>
        <p:sp>
          <p:nvSpPr>
            <p:cNvPr id="76" name="Text 34">
              <a:extLst>
                <a:ext uri="{FF2B5EF4-FFF2-40B4-BE49-F238E27FC236}">
                  <a16:creationId xmlns:a16="http://schemas.microsoft.com/office/drawing/2014/main" id="{4FA73BE8-9836-7A8E-8A7C-BB50ACADF7A1}"/>
                </a:ext>
              </a:extLst>
            </p:cNvPr>
            <p:cNvSpPr/>
            <p:nvPr/>
          </p:nvSpPr>
          <p:spPr>
            <a:xfrm>
              <a:off x="950976" y="2395728"/>
              <a:ext cx="4828032" cy="310896"/>
            </a:xfrm>
            <a:prstGeom prst="rect">
              <a:avLst/>
            </a:prstGeom>
            <a:noFill/>
            <a:ln/>
          </p:spPr>
          <p:txBody>
            <a:bodyPr wrap="square" lIns="0" tIns="0" rIns="0" bIns="0" rtlCol="0" anchor="ctr"/>
            <a:lstStyle/>
            <a:p>
              <a:pPr marL="0" indent="0">
                <a:buNone/>
              </a:pPr>
              <a:r>
                <a:rPr lang="en-US" sz="1300" b="1" dirty="0">
                  <a:solidFill>
                    <a:srgbClr val="222222"/>
                  </a:solidFill>
                </a:rPr>
                <a:t>Manually cancel any order on the platform</a:t>
              </a:r>
              <a:endParaRPr lang="en-US" sz="1300" b="1" dirty="0"/>
            </a:p>
          </p:txBody>
        </p:sp>
        <p:sp>
          <p:nvSpPr>
            <p:cNvPr id="77" name="Text 35">
              <a:extLst>
                <a:ext uri="{FF2B5EF4-FFF2-40B4-BE49-F238E27FC236}">
                  <a16:creationId xmlns:a16="http://schemas.microsoft.com/office/drawing/2014/main" id="{9E264751-0583-90D0-BFD1-C397DD1A7145}"/>
                </a:ext>
              </a:extLst>
            </p:cNvPr>
            <p:cNvSpPr/>
            <p:nvPr/>
          </p:nvSpPr>
          <p:spPr>
            <a:xfrm>
              <a:off x="5888736" y="2395728"/>
              <a:ext cx="3127248" cy="310896"/>
            </a:xfrm>
            <a:prstGeom prst="rect">
              <a:avLst/>
            </a:prstGeom>
            <a:noFill/>
            <a:ln/>
          </p:spPr>
          <p:txBody>
            <a:bodyPr wrap="square" lIns="0" tIns="0" rIns="0" bIns="0" rtlCol="0" anchor="ctr"/>
            <a:lstStyle/>
            <a:p>
              <a:pPr marL="0" indent="0">
                <a:buNone/>
              </a:pPr>
              <a:r>
                <a:rPr lang="en-US" sz="1300" b="1" i="1" dirty="0">
                  <a:solidFill>
                    <a:srgbClr val="555555"/>
                  </a:solidFill>
                </a:rPr>
                <a:t>I can resolve disputes and handle exceptions</a:t>
              </a:r>
              <a:endParaRPr lang="en-US" sz="1300" b="1" dirty="0"/>
            </a:p>
          </p:txBody>
        </p:sp>
        <p:sp>
          <p:nvSpPr>
            <p:cNvPr id="78" name="Shape 36">
              <a:extLst>
                <a:ext uri="{FF2B5EF4-FFF2-40B4-BE49-F238E27FC236}">
                  <a16:creationId xmlns:a16="http://schemas.microsoft.com/office/drawing/2014/main" id="{0D796E10-E571-AC21-D699-434DC67D1848}"/>
                </a:ext>
              </a:extLst>
            </p:cNvPr>
            <p:cNvSpPr/>
            <p:nvPr/>
          </p:nvSpPr>
          <p:spPr>
            <a:xfrm>
              <a:off x="109728" y="2724912"/>
              <a:ext cx="8924544" cy="347472"/>
            </a:xfrm>
            <a:prstGeom prst="rect">
              <a:avLst/>
            </a:prstGeom>
            <a:solidFill>
              <a:srgbClr val="FFF3CD"/>
            </a:solidFill>
            <a:ln w="12700">
              <a:solidFill>
                <a:srgbClr val="E0D0C8"/>
              </a:solidFill>
              <a:prstDash val="solid"/>
            </a:ln>
          </p:spPr>
        </p:sp>
        <p:sp>
          <p:nvSpPr>
            <p:cNvPr id="79" name="Shape 37">
              <a:extLst>
                <a:ext uri="{FF2B5EF4-FFF2-40B4-BE49-F238E27FC236}">
                  <a16:creationId xmlns:a16="http://schemas.microsoft.com/office/drawing/2014/main" id="{4C78D4E6-F1C0-9428-18A9-584250A60B91}"/>
                </a:ext>
              </a:extLst>
            </p:cNvPr>
            <p:cNvSpPr/>
            <p:nvPr/>
          </p:nvSpPr>
          <p:spPr>
            <a:xfrm>
              <a:off x="859536" y="2724912"/>
              <a:ext cx="18288" cy="347472"/>
            </a:xfrm>
            <a:prstGeom prst="rect">
              <a:avLst/>
            </a:prstGeom>
            <a:solidFill>
              <a:srgbClr val="D0C0B8"/>
            </a:solidFill>
            <a:ln w="12700">
              <a:solidFill>
                <a:srgbClr val="D0C0B8"/>
              </a:solidFill>
              <a:prstDash val="solid"/>
            </a:ln>
          </p:spPr>
        </p:sp>
        <p:sp>
          <p:nvSpPr>
            <p:cNvPr id="80" name="Shape 38">
              <a:extLst>
                <a:ext uri="{FF2B5EF4-FFF2-40B4-BE49-F238E27FC236}">
                  <a16:creationId xmlns:a16="http://schemas.microsoft.com/office/drawing/2014/main" id="{3289694A-D4F4-8231-8040-F28E247B13B4}"/>
                </a:ext>
              </a:extLst>
            </p:cNvPr>
            <p:cNvSpPr/>
            <p:nvPr/>
          </p:nvSpPr>
          <p:spPr>
            <a:xfrm>
              <a:off x="5797296" y="2724912"/>
              <a:ext cx="18288" cy="347472"/>
            </a:xfrm>
            <a:prstGeom prst="rect">
              <a:avLst/>
            </a:prstGeom>
            <a:solidFill>
              <a:srgbClr val="D0C0B8"/>
            </a:solidFill>
            <a:ln w="12700">
              <a:solidFill>
                <a:srgbClr val="D0C0B8"/>
              </a:solidFill>
              <a:prstDash val="solid"/>
            </a:ln>
          </p:spPr>
        </p:sp>
        <p:sp>
          <p:nvSpPr>
            <p:cNvPr id="81" name="Shape 39">
              <a:extLst>
                <a:ext uri="{FF2B5EF4-FFF2-40B4-BE49-F238E27FC236}">
                  <a16:creationId xmlns:a16="http://schemas.microsoft.com/office/drawing/2014/main" id="{ACE91DC0-98A6-2927-255F-8EE8837F3CC6}"/>
                </a:ext>
              </a:extLst>
            </p:cNvPr>
            <p:cNvSpPr/>
            <p:nvPr/>
          </p:nvSpPr>
          <p:spPr>
            <a:xfrm>
              <a:off x="109728" y="2724912"/>
              <a:ext cx="54864" cy="347472"/>
            </a:xfrm>
            <a:prstGeom prst="rect">
              <a:avLst/>
            </a:prstGeom>
            <a:solidFill>
              <a:srgbClr val="F4C430"/>
            </a:solidFill>
            <a:ln w="12700">
              <a:solidFill>
                <a:srgbClr val="F4C430"/>
              </a:solidFill>
              <a:prstDash val="solid"/>
            </a:ln>
          </p:spPr>
        </p:sp>
        <p:sp>
          <p:nvSpPr>
            <p:cNvPr id="82" name="Text 40">
              <a:extLst>
                <a:ext uri="{FF2B5EF4-FFF2-40B4-BE49-F238E27FC236}">
                  <a16:creationId xmlns:a16="http://schemas.microsoft.com/office/drawing/2014/main" id="{48ABADF6-B5DB-F55B-4940-6F139112A626}"/>
                </a:ext>
              </a:extLst>
            </p:cNvPr>
            <p:cNvSpPr/>
            <p:nvPr/>
          </p:nvSpPr>
          <p:spPr>
            <a:xfrm>
              <a:off x="201168" y="2743200"/>
              <a:ext cx="658368" cy="310896"/>
            </a:xfrm>
            <a:prstGeom prst="rect">
              <a:avLst/>
            </a:prstGeom>
            <a:noFill/>
            <a:ln/>
          </p:spPr>
          <p:txBody>
            <a:bodyPr wrap="square" lIns="0" tIns="0" rIns="0" bIns="0" rtlCol="0" anchor="ctr"/>
            <a:lstStyle/>
            <a:p>
              <a:pPr marL="0" indent="0">
                <a:buNone/>
              </a:pPr>
              <a:r>
                <a:rPr lang="en-US" sz="1300" b="1" dirty="0">
                  <a:solidFill>
                    <a:srgbClr val="8B6000"/>
                  </a:solidFill>
                </a:rPr>
                <a:t>US030★</a:t>
              </a:r>
              <a:endParaRPr lang="en-US" sz="1300" b="1" dirty="0"/>
            </a:p>
          </p:txBody>
        </p:sp>
        <p:sp>
          <p:nvSpPr>
            <p:cNvPr id="83" name="Text 41">
              <a:extLst>
                <a:ext uri="{FF2B5EF4-FFF2-40B4-BE49-F238E27FC236}">
                  <a16:creationId xmlns:a16="http://schemas.microsoft.com/office/drawing/2014/main" id="{F4FA8A46-6A91-23F2-8632-47F8890ADAE1}"/>
                </a:ext>
              </a:extLst>
            </p:cNvPr>
            <p:cNvSpPr/>
            <p:nvPr/>
          </p:nvSpPr>
          <p:spPr>
            <a:xfrm>
              <a:off x="950976" y="2743200"/>
              <a:ext cx="4828032" cy="310896"/>
            </a:xfrm>
            <a:prstGeom prst="rect">
              <a:avLst/>
            </a:prstGeom>
            <a:noFill/>
            <a:ln/>
          </p:spPr>
          <p:txBody>
            <a:bodyPr wrap="square" lIns="0" tIns="0" rIns="0" bIns="0" rtlCol="0" anchor="ctr"/>
            <a:lstStyle/>
            <a:p>
              <a:pPr marL="0" indent="0">
                <a:buNone/>
              </a:pPr>
              <a:r>
                <a:rPr lang="en-US" sz="1300" b="1" dirty="0">
                  <a:solidFill>
                    <a:srgbClr val="222222"/>
                  </a:solidFill>
                </a:rPr>
                <a:t>Create and manage promotional campaigns</a:t>
              </a:r>
              <a:endParaRPr lang="en-US" sz="1300" b="1" dirty="0"/>
            </a:p>
          </p:txBody>
        </p:sp>
        <p:sp>
          <p:nvSpPr>
            <p:cNvPr id="84" name="Text 42">
              <a:extLst>
                <a:ext uri="{FF2B5EF4-FFF2-40B4-BE49-F238E27FC236}">
                  <a16:creationId xmlns:a16="http://schemas.microsoft.com/office/drawing/2014/main" id="{FF99E794-793F-079B-B2E3-664E91E57676}"/>
                </a:ext>
              </a:extLst>
            </p:cNvPr>
            <p:cNvSpPr/>
            <p:nvPr/>
          </p:nvSpPr>
          <p:spPr>
            <a:xfrm>
              <a:off x="5888736" y="2743200"/>
              <a:ext cx="3127248" cy="310896"/>
            </a:xfrm>
            <a:prstGeom prst="rect">
              <a:avLst/>
            </a:prstGeom>
            <a:noFill/>
            <a:ln/>
          </p:spPr>
          <p:txBody>
            <a:bodyPr wrap="square" lIns="0" tIns="0" rIns="0" bIns="0" rtlCol="0" anchor="ctr"/>
            <a:lstStyle/>
            <a:p>
              <a:pPr marL="0" indent="0">
                <a:buNone/>
              </a:pPr>
              <a:r>
                <a:rPr lang="en-US" sz="1300" b="1" i="1" dirty="0">
                  <a:solidFill>
                    <a:srgbClr val="555555"/>
                  </a:solidFill>
                </a:rPr>
                <a:t>I can drive user engagement and offers</a:t>
              </a:r>
              <a:endParaRPr lang="en-US" sz="1300" b="1" dirty="0"/>
            </a:p>
          </p:txBody>
        </p:sp>
      </p:grpSp>
    </p:spTree>
    <p:extLst>
      <p:ext uri="{BB962C8B-B14F-4D97-AF65-F5344CB8AC3E}">
        <p14:creationId xmlns:p14="http://schemas.microsoft.com/office/powerpoint/2010/main" val="35857116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F6EA6-5565-3522-5D58-5B4FFDC916C9}"/>
              </a:ext>
            </a:extLst>
          </p:cNvPr>
          <p:cNvSpPr>
            <a:spLocks noGrp="1"/>
          </p:cNvSpPr>
          <p:nvPr>
            <p:ph type="title"/>
          </p:nvPr>
        </p:nvSpPr>
        <p:spPr>
          <a:xfrm>
            <a:off x="174163" y="295729"/>
            <a:ext cx="10090714" cy="1400530"/>
          </a:xfrm>
        </p:spPr>
        <p:txBody>
          <a:bodyPr/>
          <a:lstStyle/>
          <a:p>
            <a:r>
              <a:rPr lang="en-US" sz="3500" b="1" dirty="0"/>
              <a:t>LET’S BEGIN WITH THE CUSTOMER MODULE…</a:t>
            </a:r>
            <a:endParaRPr lang="en-IN" sz="3500" b="1" dirty="0"/>
          </a:p>
        </p:txBody>
      </p:sp>
      <p:sp>
        <p:nvSpPr>
          <p:cNvPr id="4" name="Footer Placeholder 3">
            <a:extLst>
              <a:ext uri="{FF2B5EF4-FFF2-40B4-BE49-F238E27FC236}">
                <a16:creationId xmlns:a16="http://schemas.microsoft.com/office/drawing/2014/main" id="{AC863BEE-1557-CC24-9082-EAD6263AB141}"/>
              </a:ext>
            </a:extLst>
          </p:cNvPr>
          <p:cNvSpPr>
            <a:spLocks noGrp="1"/>
          </p:cNvSpPr>
          <p:nvPr>
            <p:ph type="ftr" sz="quarter" idx="11"/>
          </p:nvPr>
        </p:nvSpPr>
        <p:spPr/>
        <p:txBody>
          <a:bodyPr/>
          <a:lstStyle/>
          <a:p>
            <a:r>
              <a:rPr lang="en-IN"/>
              <a:t>DHIRUBHAI AMBANI UNIVERSITY</a:t>
            </a:r>
          </a:p>
        </p:txBody>
      </p:sp>
      <p:sp>
        <p:nvSpPr>
          <p:cNvPr id="5" name="Slide Number Placeholder 4">
            <a:extLst>
              <a:ext uri="{FF2B5EF4-FFF2-40B4-BE49-F238E27FC236}">
                <a16:creationId xmlns:a16="http://schemas.microsoft.com/office/drawing/2014/main" id="{7363C2AD-2549-E577-433A-B1F2334F1026}"/>
              </a:ext>
            </a:extLst>
          </p:cNvPr>
          <p:cNvSpPr>
            <a:spLocks noGrp="1"/>
          </p:cNvSpPr>
          <p:nvPr>
            <p:ph type="sldNum" sz="quarter" idx="12"/>
          </p:nvPr>
        </p:nvSpPr>
        <p:spPr/>
        <p:txBody>
          <a:bodyPr/>
          <a:lstStyle/>
          <a:p>
            <a:fld id="{B035404B-7E99-4F63-A61D-6FB719BCDCFF}" type="slidenum">
              <a:rPr lang="en-IN" smtClean="0"/>
              <a:t>8</a:t>
            </a:fld>
            <a:endParaRPr lang="en-IN"/>
          </a:p>
        </p:txBody>
      </p:sp>
      <p:sp>
        <p:nvSpPr>
          <p:cNvPr id="6" name="Rectangle 1">
            <a:extLst>
              <a:ext uri="{FF2B5EF4-FFF2-40B4-BE49-F238E27FC236}">
                <a16:creationId xmlns:a16="http://schemas.microsoft.com/office/drawing/2014/main" id="{8C8CD3C3-7EA3-4407-EDF3-A1620E6846E6}"/>
              </a:ext>
            </a:extLst>
          </p:cNvPr>
          <p:cNvSpPr>
            <a:spLocks noGrp="1" noChangeArrowheads="1"/>
          </p:cNvSpPr>
          <p:nvPr>
            <p:ph idx="1"/>
          </p:nvPr>
        </p:nvSpPr>
        <p:spPr bwMode="auto">
          <a:xfrm>
            <a:off x="314864" y="872178"/>
            <a:ext cx="9805579" cy="5113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Implements secure user registration and login with authentication protocols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Manages user profile details including saved addresses for faster checkout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Displays and filters restaurant listings based on location and search queries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Provides an intuitive interface to browse restaurant menus and item detail</a:t>
            </a:r>
            <a:r>
              <a:rPr lang="en-US" altLang="en-US" dirty="0">
                <a:latin typeface="Arial" panose="020B0604020202020204" pitchFamily="34" charset="0"/>
              </a:rPr>
              <a:t>s</a:t>
            </a:r>
            <a:r>
              <a:rPr kumimoji="0" lang="en-US" altLang="en-US" b="0" i="0" u="none" strike="noStrike" cap="none" normalizeH="0" baseline="0" dirty="0">
                <a:ln>
                  <a:noFill/>
                </a:ln>
                <a:solidFill>
                  <a:schemeClr val="tx1"/>
                </a:solidFill>
                <a:effectLst/>
                <a:latin typeface="Arial" panose="020B0604020202020204" pitchFamily="34" charset="0"/>
              </a:rPr>
              <a:t> with promo codes.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Enables users to add, update, and remove items from a dynamic shopping cart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Handles the complete checkout flow from address confirmation to order placement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Shows real-time order tracking so customers know exactly where their order is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Maintains a full history of past orders for easy reordering and reference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Allows customers to rate restaurants and write reviews after delivery </a:t>
            </a:r>
          </a:p>
        </p:txBody>
      </p:sp>
    </p:spTree>
    <p:extLst>
      <p:ext uri="{BB962C8B-B14F-4D97-AF65-F5344CB8AC3E}">
        <p14:creationId xmlns:p14="http://schemas.microsoft.com/office/powerpoint/2010/main" val="19704728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8C227-4491-607B-B7AD-E2137C9AB7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159406-4864-3FD9-3CFE-E6B02BCD3EF7}"/>
              </a:ext>
            </a:extLst>
          </p:cNvPr>
          <p:cNvSpPr>
            <a:spLocks noGrp="1"/>
          </p:cNvSpPr>
          <p:nvPr>
            <p:ph type="title"/>
          </p:nvPr>
        </p:nvSpPr>
        <p:spPr>
          <a:xfrm>
            <a:off x="217994" y="402745"/>
            <a:ext cx="10090714" cy="1400530"/>
          </a:xfrm>
        </p:spPr>
        <p:txBody>
          <a:bodyPr/>
          <a:lstStyle/>
          <a:p>
            <a:r>
              <a:rPr lang="en-US" sz="3500" b="1" dirty="0"/>
              <a:t>NOW RESTAURANT MODULE…</a:t>
            </a:r>
            <a:endParaRPr lang="en-IN" sz="3500" b="1" dirty="0"/>
          </a:p>
        </p:txBody>
      </p:sp>
      <p:sp>
        <p:nvSpPr>
          <p:cNvPr id="4" name="Footer Placeholder 3">
            <a:extLst>
              <a:ext uri="{FF2B5EF4-FFF2-40B4-BE49-F238E27FC236}">
                <a16:creationId xmlns:a16="http://schemas.microsoft.com/office/drawing/2014/main" id="{1EA2FD84-BE97-B734-1B13-AEF56F62D658}"/>
              </a:ext>
            </a:extLst>
          </p:cNvPr>
          <p:cNvSpPr>
            <a:spLocks noGrp="1"/>
          </p:cNvSpPr>
          <p:nvPr>
            <p:ph type="ftr" sz="quarter" idx="11"/>
          </p:nvPr>
        </p:nvSpPr>
        <p:spPr/>
        <p:txBody>
          <a:bodyPr/>
          <a:lstStyle/>
          <a:p>
            <a:r>
              <a:rPr lang="en-IN"/>
              <a:t>DHIRUBHAI AMBANI UNIVERSITY</a:t>
            </a:r>
          </a:p>
        </p:txBody>
      </p:sp>
      <p:sp>
        <p:nvSpPr>
          <p:cNvPr id="5" name="Slide Number Placeholder 4">
            <a:extLst>
              <a:ext uri="{FF2B5EF4-FFF2-40B4-BE49-F238E27FC236}">
                <a16:creationId xmlns:a16="http://schemas.microsoft.com/office/drawing/2014/main" id="{773B1EE2-1030-438F-FF3C-469C24309205}"/>
              </a:ext>
            </a:extLst>
          </p:cNvPr>
          <p:cNvSpPr>
            <a:spLocks noGrp="1"/>
          </p:cNvSpPr>
          <p:nvPr>
            <p:ph type="sldNum" sz="quarter" idx="12"/>
          </p:nvPr>
        </p:nvSpPr>
        <p:spPr/>
        <p:txBody>
          <a:bodyPr/>
          <a:lstStyle/>
          <a:p>
            <a:fld id="{B035404B-7E99-4F63-A61D-6FB719BCDCFF}" type="slidenum">
              <a:rPr lang="en-IN" smtClean="0"/>
              <a:t>9</a:t>
            </a:fld>
            <a:endParaRPr lang="en-IN"/>
          </a:p>
        </p:txBody>
      </p:sp>
      <p:sp>
        <p:nvSpPr>
          <p:cNvPr id="7" name="Rectangle 2">
            <a:extLst>
              <a:ext uri="{FF2B5EF4-FFF2-40B4-BE49-F238E27FC236}">
                <a16:creationId xmlns:a16="http://schemas.microsoft.com/office/drawing/2014/main" id="{6737E7AD-3B49-944B-E591-6DFE18F82A0C}"/>
              </a:ext>
            </a:extLst>
          </p:cNvPr>
          <p:cNvSpPr>
            <a:spLocks noGrp="1" noChangeArrowheads="1"/>
          </p:cNvSpPr>
          <p:nvPr>
            <p:ph idx="1"/>
          </p:nvPr>
        </p:nvSpPr>
        <p:spPr bwMode="auto">
          <a:xfrm>
            <a:off x="281859" y="1103010"/>
            <a:ext cx="10026849" cy="4651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Allows restaurants to register on the platform and set up their public profile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Provides a dedicated dashboard giving vendors a complete overview of operations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Enables full menu management — adding, editing, and deleting items with ease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Let’s vendors mark items as available or unavailable and set preparation times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Notifies restaurants instantly when a new order arrives on the platform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Gives vendors the ability to accept or reject incoming orders with a reason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Allows step-by-step order status updates from preparation to ready for pickup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Displays historical order data and analytics to track performance over time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Shows customer feedback and ratings to help vendors improve their service </a:t>
            </a:r>
          </a:p>
        </p:txBody>
      </p:sp>
    </p:spTree>
    <p:extLst>
      <p:ext uri="{BB962C8B-B14F-4D97-AF65-F5344CB8AC3E}">
        <p14:creationId xmlns:p14="http://schemas.microsoft.com/office/powerpoint/2010/main" val="16297499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DD89F-BBA4-E871-7847-73249FED29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579B37-451D-232F-51FE-0C90392D13C6}"/>
              </a:ext>
            </a:extLst>
          </p:cNvPr>
          <p:cNvSpPr>
            <a:spLocks noGrp="1"/>
          </p:cNvSpPr>
          <p:nvPr>
            <p:ph type="title"/>
          </p:nvPr>
        </p:nvSpPr>
        <p:spPr>
          <a:xfrm>
            <a:off x="217994" y="402745"/>
            <a:ext cx="10090714" cy="1400530"/>
          </a:xfrm>
        </p:spPr>
        <p:txBody>
          <a:bodyPr/>
          <a:lstStyle/>
          <a:p>
            <a:r>
              <a:rPr lang="en-US" sz="3500" b="1" dirty="0"/>
              <a:t>NOW DELIVERY PARTNER MODULE…</a:t>
            </a:r>
            <a:endParaRPr lang="en-IN" sz="3500" b="1" dirty="0"/>
          </a:p>
        </p:txBody>
      </p:sp>
      <p:sp>
        <p:nvSpPr>
          <p:cNvPr id="4" name="Footer Placeholder 3">
            <a:extLst>
              <a:ext uri="{FF2B5EF4-FFF2-40B4-BE49-F238E27FC236}">
                <a16:creationId xmlns:a16="http://schemas.microsoft.com/office/drawing/2014/main" id="{6E492976-583B-6A41-37B5-A96F795972BE}"/>
              </a:ext>
            </a:extLst>
          </p:cNvPr>
          <p:cNvSpPr>
            <a:spLocks noGrp="1"/>
          </p:cNvSpPr>
          <p:nvPr>
            <p:ph type="ftr" sz="quarter" idx="11"/>
          </p:nvPr>
        </p:nvSpPr>
        <p:spPr/>
        <p:txBody>
          <a:bodyPr/>
          <a:lstStyle/>
          <a:p>
            <a:r>
              <a:rPr lang="en-IN"/>
              <a:t>DHIRUBHAI AMBANI UNIVERSITY</a:t>
            </a:r>
          </a:p>
        </p:txBody>
      </p:sp>
      <p:sp>
        <p:nvSpPr>
          <p:cNvPr id="5" name="Slide Number Placeholder 4">
            <a:extLst>
              <a:ext uri="{FF2B5EF4-FFF2-40B4-BE49-F238E27FC236}">
                <a16:creationId xmlns:a16="http://schemas.microsoft.com/office/drawing/2014/main" id="{AB4B9B9E-1076-1CC7-BADA-8BF205493C38}"/>
              </a:ext>
            </a:extLst>
          </p:cNvPr>
          <p:cNvSpPr>
            <a:spLocks noGrp="1"/>
          </p:cNvSpPr>
          <p:nvPr>
            <p:ph type="sldNum" sz="quarter" idx="12"/>
          </p:nvPr>
        </p:nvSpPr>
        <p:spPr/>
        <p:txBody>
          <a:bodyPr/>
          <a:lstStyle/>
          <a:p>
            <a:fld id="{B035404B-7E99-4F63-A61D-6FB719BCDCFF}" type="slidenum">
              <a:rPr lang="en-IN" smtClean="0"/>
              <a:t>10</a:t>
            </a:fld>
            <a:endParaRPr lang="en-IN"/>
          </a:p>
        </p:txBody>
      </p:sp>
      <p:sp>
        <p:nvSpPr>
          <p:cNvPr id="3" name="Rectangle 1">
            <a:extLst>
              <a:ext uri="{FF2B5EF4-FFF2-40B4-BE49-F238E27FC236}">
                <a16:creationId xmlns:a16="http://schemas.microsoft.com/office/drawing/2014/main" id="{BE1DFC29-2C02-EF54-7CDD-9BC511784392}"/>
              </a:ext>
            </a:extLst>
          </p:cNvPr>
          <p:cNvSpPr>
            <a:spLocks noGrp="1" noChangeArrowheads="1"/>
          </p:cNvSpPr>
          <p:nvPr>
            <p:ph idx="1"/>
          </p:nvPr>
        </p:nvSpPr>
        <p:spPr bwMode="auto">
          <a:xfrm>
            <a:off x="355774" y="1103010"/>
            <a:ext cx="9815154" cy="4651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Handles delivery partner onboarding with document upload and verification flow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Provides a dedicated mobile application built specifically for delivery partners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Notifies available partners instantly when a new delivery is assigned nearby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Lets partners accept or reject delivery requests based on their preference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Integrates GPS navigation with route optimization for faster deliveries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Supports multi-stage status updates — Picked Up, On the Way, and Delivered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Maintains a complete log of all past deliveries for partner reference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Calculates and displays daily and weekly earnings with a trip-wise breakdown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Allows partners to toggle their availability between online and offline modes </a:t>
            </a:r>
          </a:p>
        </p:txBody>
      </p:sp>
    </p:spTree>
    <p:extLst>
      <p:ext uri="{BB962C8B-B14F-4D97-AF65-F5344CB8AC3E}">
        <p14:creationId xmlns:p14="http://schemas.microsoft.com/office/powerpoint/2010/main" val="11802169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E2C03-1C42-2BF5-2C8B-C0B514D819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819B87-9A27-65B7-EE29-AE0C7EB00328}"/>
              </a:ext>
            </a:extLst>
          </p:cNvPr>
          <p:cNvSpPr>
            <a:spLocks noGrp="1"/>
          </p:cNvSpPr>
          <p:nvPr>
            <p:ph type="title"/>
          </p:nvPr>
        </p:nvSpPr>
        <p:spPr>
          <a:xfrm>
            <a:off x="217994" y="402745"/>
            <a:ext cx="10090714" cy="1400530"/>
          </a:xfrm>
        </p:spPr>
        <p:txBody>
          <a:bodyPr/>
          <a:lstStyle/>
          <a:p>
            <a:r>
              <a:rPr lang="en-US" sz="3500" b="1" dirty="0"/>
              <a:t>NOW ADMIN MODULE…</a:t>
            </a:r>
            <a:endParaRPr lang="en-IN" sz="3500" b="1" dirty="0"/>
          </a:p>
        </p:txBody>
      </p:sp>
      <p:sp>
        <p:nvSpPr>
          <p:cNvPr id="4" name="Footer Placeholder 3">
            <a:extLst>
              <a:ext uri="{FF2B5EF4-FFF2-40B4-BE49-F238E27FC236}">
                <a16:creationId xmlns:a16="http://schemas.microsoft.com/office/drawing/2014/main" id="{2B5B82BA-BD08-8E65-F14A-C2D5A6ED013B}"/>
              </a:ext>
            </a:extLst>
          </p:cNvPr>
          <p:cNvSpPr>
            <a:spLocks noGrp="1"/>
          </p:cNvSpPr>
          <p:nvPr>
            <p:ph type="ftr" sz="quarter" idx="11"/>
          </p:nvPr>
        </p:nvSpPr>
        <p:spPr/>
        <p:txBody>
          <a:bodyPr/>
          <a:lstStyle/>
          <a:p>
            <a:r>
              <a:rPr lang="en-IN"/>
              <a:t>DHIRUBHAI AMBANI UNIVERSITY</a:t>
            </a:r>
          </a:p>
        </p:txBody>
      </p:sp>
      <p:sp>
        <p:nvSpPr>
          <p:cNvPr id="5" name="Slide Number Placeholder 4">
            <a:extLst>
              <a:ext uri="{FF2B5EF4-FFF2-40B4-BE49-F238E27FC236}">
                <a16:creationId xmlns:a16="http://schemas.microsoft.com/office/drawing/2014/main" id="{284DAE79-D9E8-FCCC-1CE5-168576F79164}"/>
              </a:ext>
            </a:extLst>
          </p:cNvPr>
          <p:cNvSpPr>
            <a:spLocks noGrp="1"/>
          </p:cNvSpPr>
          <p:nvPr>
            <p:ph type="sldNum" sz="quarter" idx="12"/>
          </p:nvPr>
        </p:nvSpPr>
        <p:spPr/>
        <p:txBody>
          <a:bodyPr/>
          <a:lstStyle/>
          <a:p>
            <a:fld id="{B035404B-7E99-4F63-A61D-6FB719BCDCFF}" type="slidenum">
              <a:rPr lang="en-IN" smtClean="0"/>
              <a:t>11</a:t>
            </a:fld>
            <a:endParaRPr lang="en-IN"/>
          </a:p>
        </p:txBody>
      </p:sp>
      <p:sp>
        <p:nvSpPr>
          <p:cNvPr id="3" name="Rectangle 1">
            <a:extLst>
              <a:ext uri="{FF2B5EF4-FFF2-40B4-BE49-F238E27FC236}">
                <a16:creationId xmlns:a16="http://schemas.microsoft.com/office/drawing/2014/main" id="{36D8E09B-4948-19A2-32B4-84C040981E3C}"/>
              </a:ext>
            </a:extLst>
          </p:cNvPr>
          <p:cNvSpPr>
            <a:spLocks noGrp="1" noChangeArrowheads="1"/>
          </p:cNvSpPr>
          <p:nvPr>
            <p:ph idx="1"/>
          </p:nvPr>
        </p:nvSpPr>
        <p:spPr bwMode="auto">
          <a:xfrm>
            <a:off x="217994" y="1075706"/>
            <a:ext cx="9854483" cy="4651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Provides secure admin login with role-based access control to protect the panel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Enables admins to view all registered users and block or unblock accounts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Reviews and approves or rejects restaurant registration requests on the platform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Verifies delivery partner credentials and approves them before they go live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Displays a live dashboard showing all active, pending, and completed orders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Allows admins to manually cancel any order across the platform when needed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Generates detailed analytics reports on orders, revenue, and platform activity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Creates and manages promotional campaigns and discount offers for users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Provides controls to configure platform-wide settings and operational parameters </a:t>
            </a:r>
          </a:p>
        </p:txBody>
      </p:sp>
    </p:spTree>
    <p:extLst>
      <p:ext uri="{BB962C8B-B14F-4D97-AF65-F5344CB8AC3E}">
        <p14:creationId xmlns:p14="http://schemas.microsoft.com/office/powerpoint/2010/main" val="9618760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57B6C-C627-CA7C-7A0F-076F7969333F}"/>
              </a:ext>
            </a:extLst>
          </p:cNvPr>
          <p:cNvSpPr>
            <a:spLocks noGrp="1"/>
          </p:cNvSpPr>
          <p:nvPr>
            <p:ph type="title"/>
          </p:nvPr>
        </p:nvSpPr>
        <p:spPr/>
        <p:txBody>
          <a:bodyPr/>
          <a:lstStyle/>
          <a:p>
            <a:pPr algn="ctr"/>
            <a:r>
              <a:rPr lang="en-US" b="1" dirty="0"/>
              <a:t>WORK DISTRIBUTION</a:t>
            </a:r>
            <a:endParaRPr lang="en-IN" b="1" dirty="0"/>
          </a:p>
        </p:txBody>
      </p:sp>
      <p:graphicFrame>
        <p:nvGraphicFramePr>
          <p:cNvPr id="6" name="Content Placeholder 5">
            <a:extLst>
              <a:ext uri="{FF2B5EF4-FFF2-40B4-BE49-F238E27FC236}">
                <a16:creationId xmlns:a16="http://schemas.microsoft.com/office/drawing/2014/main" id="{8DA1F9DE-D969-D145-1ADA-8B321748108D}"/>
              </a:ext>
            </a:extLst>
          </p:cNvPr>
          <p:cNvGraphicFramePr>
            <a:graphicFrameLocks noGrp="1"/>
          </p:cNvGraphicFramePr>
          <p:nvPr>
            <p:ph idx="1"/>
            <p:extLst>
              <p:ext uri="{D42A27DB-BD31-4B8C-83A1-F6EECF244321}">
                <p14:modId xmlns:p14="http://schemas.microsoft.com/office/powerpoint/2010/main" val="2087895742"/>
              </p:ext>
            </p:extLst>
          </p:nvPr>
        </p:nvGraphicFramePr>
        <p:xfrm>
          <a:off x="1103684" y="2010565"/>
          <a:ext cx="8947150" cy="3454345"/>
        </p:xfrm>
        <a:graphic>
          <a:graphicData uri="http://schemas.openxmlformats.org/drawingml/2006/table">
            <a:tbl>
              <a:tblPr firstRow="1" bandRow="1">
                <a:tableStyleId>{5C22544A-7EE6-4342-B048-85BDC9FD1C3A}</a:tableStyleId>
              </a:tblPr>
              <a:tblGrid>
                <a:gridCol w="4473575">
                  <a:extLst>
                    <a:ext uri="{9D8B030D-6E8A-4147-A177-3AD203B41FA5}">
                      <a16:colId xmlns:a16="http://schemas.microsoft.com/office/drawing/2014/main" val="292195460"/>
                    </a:ext>
                  </a:extLst>
                </a:gridCol>
                <a:gridCol w="4473575">
                  <a:extLst>
                    <a:ext uri="{9D8B030D-6E8A-4147-A177-3AD203B41FA5}">
                      <a16:colId xmlns:a16="http://schemas.microsoft.com/office/drawing/2014/main" val="1969189549"/>
                    </a:ext>
                  </a:extLst>
                </a:gridCol>
              </a:tblGrid>
              <a:tr h="690869">
                <a:tc>
                  <a:txBody>
                    <a:bodyPr/>
                    <a:lstStyle/>
                    <a:p>
                      <a:pPr algn="ctr"/>
                      <a:r>
                        <a:rPr lang="en-US" dirty="0"/>
                        <a:t>NAME</a:t>
                      </a:r>
                      <a:endParaRPr lang="en-IN" dirty="0"/>
                    </a:p>
                  </a:txBody>
                  <a:tcPr/>
                </a:tc>
                <a:tc>
                  <a:txBody>
                    <a:bodyPr/>
                    <a:lstStyle/>
                    <a:p>
                      <a:pPr algn="ctr"/>
                      <a:r>
                        <a:rPr lang="en-US" dirty="0"/>
                        <a:t>WORK DISTRIBUTED</a:t>
                      </a:r>
                      <a:endParaRPr lang="en-IN" dirty="0"/>
                    </a:p>
                  </a:txBody>
                  <a:tcPr/>
                </a:tc>
                <a:extLst>
                  <a:ext uri="{0D108BD9-81ED-4DB2-BD59-A6C34878D82A}">
                    <a16:rowId xmlns:a16="http://schemas.microsoft.com/office/drawing/2014/main" val="3745663075"/>
                  </a:ext>
                </a:extLst>
              </a:tr>
              <a:tr h="690869">
                <a:tc>
                  <a:txBody>
                    <a:bodyPr/>
                    <a:lstStyle/>
                    <a:p>
                      <a:pPr algn="l"/>
                      <a:r>
                        <a:rPr lang="en-US" b="1" dirty="0">
                          <a:latin typeface="Bahnschrift SemiBold" panose="020B0502040204020203" pitchFamily="34" charset="0"/>
                        </a:rPr>
                        <a:t>(202512098) Parin Makwana</a:t>
                      </a:r>
                    </a:p>
                    <a:p>
                      <a:endParaRPr lang="en-IN" dirty="0"/>
                    </a:p>
                  </a:txBody>
                  <a:tcPr/>
                </a:tc>
                <a:tc>
                  <a:txBody>
                    <a:bodyPr/>
                    <a:lstStyle/>
                    <a:p>
                      <a:r>
                        <a:rPr lang="en-US" b="1" dirty="0">
                          <a:latin typeface="Bahnschrift SemiBold" panose="020B0502040204020203" pitchFamily="34" charset="0"/>
                        </a:rPr>
                        <a:t>RESTAURANT MODULE</a:t>
                      </a:r>
                      <a:endParaRPr lang="en-IN" b="1" dirty="0">
                        <a:latin typeface="Bahnschrift SemiBold" panose="020B0502040204020203" pitchFamily="34" charset="0"/>
                      </a:endParaRPr>
                    </a:p>
                  </a:txBody>
                  <a:tcPr/>
                </a:tc>
                <a:extLst>
                  <a:ext uri="{0D108BD9-81ED-4DB2-BD59-A6C34878D82A}">
                    <a16:rowId xmlns:a16="http://schemas.microsoft.com/office/drawing/2014/main" val="3437038784"/>
                  </a:ext>
                </a:extLst>
              </a:tr>
              <a:tr h="690869">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Bahnschrift SemiBold" panose="020B0502040204020203" pitchFamily="34" charset="0"/>
                        </a:rPr>
                        <a:t>(202512030) Ayush Soni</a:t>
                      </a:r>
                    </a:p>
                    <a:p>
                      <a:endParaRPr lang="en-IN" dirty="0"/>
                    </a:p>
                  </a:txBody>
                  <a:tcPr/>
                </a:tc>
                <a:tc>
                  <a:txBody>
                    <a:bodyPr/>
                    <a:lstStyle/>
                    <a:p>
                      <a:r>
                        <a:rPr lang="en-US" b="1" dirty="0">
                          <a:latin typeface="Bahnschrift SemiBold" panose="020B0502040204020203" pitchFamily="34" charset="0"/>
                        </a:rPr>
                        <a:t>CUSTOMER MODULE</a:t>
                      </a:r>
                      <a:endParaRPr lang="en-IN" b="1" dirty="0">
                        <a:latin typeface="Bahnschrift SemiBold" panose="020B0502040204020203" pitchFamily="34" charset="0"/>
                      </a:endParaRPr>
                    </a:p>
                  </a:txBody>
                  <a:tcPr/>
                </a:tc>
                <a:extLst>
                  <a:ext uri="{0D108BD9-81ED-4DB2-BD59-A6C34878D82A}">
                    <a16:rowId xmlns:a16="http://schemas.microsoft.com/office/drawing/2014/main" val="729030536"/>
                  </a:ext>
                </a:extLst>
              </a:tr>
              <a:tr h="690869">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Bahnschrift SemiBold" panose="020B0502040204020203" pitchFamily="34" charset="0"/>
                        </a:rPr>
                        <a:t>(202512009) Nevil Nandasana</a:t>
                      </a:r>
                    </a:p>
                    <a:p>
                      <a:endParaRPr lang="en-IN" dirty="0"/>
                    </a:p>
                  </a:txBody>
                  <a:tcPr/>
                </a:tc>
                <a:tc>
                  <a:txBody>
                    <a:bodyPr/>
                    <a:lstStyle/>
                    <a:p>
                      <a:r>
                        <a:rPr lang="en-US" b="1" dirty="0">
                          <a:latin typeface="Bahnschrift SemiBold" panose="020B0502040204020203" pitchFamily="34" charset="0"/>
                        </a:rPr>
                        <a:t>DELIVERY PARTNER MODULE</a:t>
                      </a:r>
                      <a:endParaRPr lang="en-IN" b="1" dirty="0">
                        <a:latin typeface="Bahnschrift SemiBold" panose="020B0502040204020203" pitchFamily="34" charset="0"/>
                      </a:endParaRPr>
                    </a:p>
                  </a:txBody>
                  <a:tcPr/>
                </a:tc>
                <a:extLst>
                  <a:ext uri="{0D108BD9-81ED-4DB2-BD59-A6C34878D82A}">
                    <a16:rowId xmlns:a16="http://schemas.microsoft.com/office/drawing/2014/main" val="1235432855"/>
                  </a:ext>
                </a:extLst>
              </a:tr>
              <a:tr h="690869">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Bahnschrift SemiBold" panose="020B0502040204020203" pitchFamily="34" charset="0"/>
                        </a:rPr>
                        <a:t>(202512042) Hitarth Shah </a:t>
                      </a:r>
                      <a:endParaRPr lang="en-IN" b="1" dirty="0">
                        <a:latin typeface="Bahnschrift SemiBold" panose="020B0502040204020203" pitchFamily="34" charset="0"/>
                      </a:endParaRPr>
                    </a:p>
                    <a:p>
                      <a:endParaRPr lang="en-IN" dirty="0"/>
                    </a:p>
                  </a:txBody>
                  <a:tcPr/>
                </a:tc>
                <a:tc>
                  <a:txBody>
                    <a:bodyPr/>
                    <a:lstStyle/>
                    <a:p>
                      <a:r>
                        <a:rPr lang="en-US" b="1" dirty="0">
                          <a:latin typeface="Bahnschrift SemiBold" panose="020B0502040204020203" pitchFamily="34" charset="0"/>
                        </a:rPr>
                        <a:t>ADMIN</a:t>
                      </a:r>
                      <a:endParaRPr lang="en-IN" b="1" dirty="0">
                        <a:latin typeface="Bahnschrift SemiBold" panose="020B0502040204020203" pitchFamily="34" charset="0"/>
                      </a:endParaRPr>
                    </a:p>
                  </a:txBody>
                  <a:tcPr/>
                </a:tc>
                <a:extLst>
                  <a:ext uri="{0D108BD9-81ED-4DB2-BD59-A6C34878D82A}">
                    <a16:rowId xmlns:a16="http://schemas.microsoft.com/office/drawing/2014/main" val="1418393280"/>
                  </a:ext>
                </a:extLst>
              </a:tr>
            </a:tbl>
          </a:graphicData>
        </a:graphic>
      </p:graphicFrame>
      <p:sp>
        <p:nvSpPr>
          <p:cNvPr id="4" name="Footer Placeholder 3">
            <a:extLst>
              <a:ext uri="{FF2B5EF4-FFF2-40B4-BE49-F238E27FC236}">
                <a16:creationId xmlns:a16="http://schemas.microsoft.com/office/drawing/2014/main" id="{6AA7E5D8-A970-0F7D-5D8F-149863375290}"/>
              </a:ext>
            </a:extLst>
          </p:cNvPr>
          <p:cNvSpPr>
            <a:spLocks noGrp="1"/>
          </p:cNvSpPr>
          <p:nvPr>
            <p:ph type="ftr" sz="quarter" idx="11"/>
          </p:nvPr>
        </p:nvSpPr>
        <p:spPr/>
        <p:txBody>
          <a:bodyPr/>
          <a:lstStyle/>
          <a:p>
            <a:r>
              <a:rPr lang="en-IN"/>
              <a:t>DHIRUBHAI AMBANI UNIVERSITY</a:t>
            </a:r>
          </a:p>
        </p:txBody>
      </p:sp>
      <p:sp>
        <p:nvSpPr>
          <p:cNvPr id="5" name="Slide Number Placeholder 4">
            <a:extLst>
              <a:ext uri="{FF2B5EF4-FFF2-40B4-BE49-F238E27FC236}">
                <a16:creationId xmlns:a16="http://schemas.microsoft.com/office/drawing/2014/main" id="{CAE3B5FB-E858-4EBE-48A9-5F17EB5FB55B}"/>
              </a:ext>
            </a:extLst>
          </p:cNvPr>
          <p:cNvSpPr>
            <a:spLocks noGrp="1"/>
          </p:cNvSpPr>
          <p:nvPr>
            <p:ph type="sldNum" sz="quarter" idx="12"/>
          </p:nvPr>
        </p:nvSpPr>
        <p:spPr/>
        <p:txBody>
          <a:bodyPr/>
          <a:lstStyle/>
          <a:p>
            <a:fld id="{B035404B-7E99-4F63-A61D-6FB719BCDCFF}" type="slidenum">
              <a:rPr lang="en-IN" smtClean="0"/>
              <a:t>12</a:t>
            </a:fld>
            <a:endParaRPr lang="en-IN"/>
          </a:p>
        </p:txBody>
      </p:sp>
    </p:spTree>
    <p:extLst>
      <p:ext uri="{BB962C8B-B14F-4D97-AF65-F5344CB8AC3E}">
        <p14:creationId xmlns:p14="http://schemas.microsoft.com/office/powerpoint/2010/main" val="1753590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46A1C-5B99-E568-8342-41D234FF3C56}"/>
              </a:ext>
            </a:extLst>
          </p:cNvPr>
          <p:cNvSpPr>
            <a:spLocks noGrp="1"/>
          </p:cNvSpPr>
          <p:nvPr>
            <p:ph type="title"/>
          </p:nvPr>
        </p:nvSpPr>
        <p:spPr>
          <a:xfrm>
            <a:off x="571287" y="183743"/>
            <a:ext cx="9404723" cy="1400530"/>
          </a:xfrm>
        </p:spPr>
        <p:txBody>
          <a:bodyPr/>
          <a:lstStyle/>
          <a:p>
            <a:r>
              <a:rPr lang="en-US" dirty="0"/>
              <a:t>UI/UX FOR CUSTOMER MODULE</a:t>
            </a:r>
            <a:endParaRPr lang="en-IN" dirty="0"/>
          </a:p>
        </p:txBody>
      </p:sp>
      <p:sp>
        <p:nvSpPr>
          <p:cNvPr id="4" name="Footer Placeholder 3">
            <a:extLst>
              <a:ext uri="{FF2B5EF4-FFF2-40B4-BE49-F238E27FC236}">
                <a16:creationId xmlns:a16="http://schemas.microsoft.com/office/drawing/2014/main" id="{7FDFAD2C-4B81-903E-3068-CEFF726124D7}"/>
              </a:ext>
            </a:extLst>
          </p:cNvPr>
          <p:cNvSpPr>
            <a:spLocks noGrp="1"/>
          </p:cNvSpPr>
          <p:nvPr>
            <p:ph type="ftr" sz="quarter" idx="11"/>
          </p:nvPr>
        </p:nvSpPr>
        <p:spPr/>
        <p:txBody>
          <a:bodyPr/>
          <a:lstStyle/>
          <a:p>
            <a:r>
              <a:rPr lang="en-IN"/>
              <a:t>DHIRUBHAI AMBANI UNIVERSITY</a:t>
            </a:r>
          </a:p>
        </p:txBody>
      </p:sp>
      <p:sp>
        <p:nvSpPr>
          <p:cNvPr id="5" name="Slide Number Placeholder 4">
            <a:extLst>
              <a:ext uri="{FF2B5EF4-FFF2-40B4-BE49-F238E27FC236}">
                <a16:creationId xmlns:a16="http://schemas.microsoft.com/office/drawing/2014/main" id="{FF03A75C-E827-4E1D-2FBC-17A4AACD911E}"/>
              </a:ext>
            </a:extLst>
          </p:cNvPr>
          <p:cNvSpPr>
            <a:spLocks noGrp="1"/>
          </p:cNvSpPr>
          <p:nvPr>
            <p:ph type="sldNum" sz="quarter" idx="12"/>
          </p:nvPr>
        </p:nvSpPr>
        <p:spPr/>
        <p:txBody>
          <a:bodyPr/>
          <a:lstStyle/>
          <a:p>
            <a:fld id="{B035404B-7E99-4F63-A61D-6FB719BCDCFF}" type="slidenum">
              <a:rPr lang="en-IN" smtClean="0"/>
              <a:t>13</a:t>
            </a:fld>
            <a:endParaRPr lang="en-IN"/>
          </a:p>
        </p:txBody>
      </p:sp>
      <p:pic>
        <p:nvPicPr>
          <p:cNvPr id="8" name="Picture 7">
            <a:extLst>
              <a:ext uri="{FF2B5EF4-FFF2-40B4-BE49-F238E27FC236}">
                <a16:creationId xmlns:a16="http://schemas.microsoft.com/office/drawing/2014/main" id="{CC79D145-6AA9-55EB-9C13-DD51DBE4E3B1}"/>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3780" y="953729"/>
            <a:ext cx="10078760" cy="5720528"/>
          </a:xfrm>
          <a:prstGeom prst="rect">
            <a:avLst/>
          </a:prstGeom>
          <a:noFill/>
          <a:ln>
            <a:noFill/>
          </a:ln>
        </p:spPr>
      </p:pic>
    </p:spTree>
    <p:extLst>
      <p:ext uri="{BB962C8B-B14F-4D97-AF65-F5344CB8AC3E}">
        <p14:creationId xmlns:p14="http://schemas.microsoft.com/office/powerpoint/2010/main" val="16926956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A30B8-917D-34A6-2D34-8079C66E6EA2}"/>
              </a:ext>
            </a:extLst>
          </p:cNvPr>
          <p:cNvSpPr>
            <a:spLocks noGrp="1"/>
          </p:cNvSpPr>
          <p:nvPr>
            <p:ph type="title"/>
          </p:nvPr>
        </p:nvSpPr>
        <p:spPr/>
        <p:txBody>
          <a:bodyPr/>
          <a:lstStyle/>
          <a:p>
            <a:endParaRPr lang="en-IN"/>
          </a:p>
        </p:txBody>
      </p:sp>
      <p:sp>
        <p:nvSpPr>
          <p:cNvPr id="4" name="Footer Placeholder 3">
            <a:extLst>
              <a:ext uri="{FF2B5EF4-FFF2-40B4-BE49-F238E27FC236}">
                <a16:creationId xmlns:a16="http://schemas.microsoft.com/office/drawing/2014/main" id="{2E896DBC-AF97-9767-7F7A-3B50A9C0C9A8}"/>
              </a:ext>
            </a:extLst>
          </p:cNvPr>
          <p:cNvSpPr>
            <a:spLocks noGrp="1"/>
          </p:cNvSpPr>
          <p:nvPr>
            <p:ph type="ftr" sz="quarter" idx="11"/>
          </p:nvPr>
        </p:nvSpPr>
        <p:spPr/>
        <p:txBody>
          <a:bodyPr/>
          <a:lstStyle/>
          <a:p>
            <a:r>
              <a:rPr lang="en-IN"/>
              <a:t>DHIRUBHAI AMBANI UNIVERSITY</a:t>
            </a:r>
          </a:p>
        </p:txBody>
      </p:sp>
      <p:sp>
        <p:nvSpPr>
          <p:cNvPr id="5" name="Slide Number Placeholder 4">
            <a:extLst>
              <a:ext uri="{FF2B5EF4-FFF2-40B4-BE49-F238E27FC236}">
                <a16:creationId xmlns:a16="http://schemas.microsoft.com/office/drawing/2014/main" id="{E14BA3D4-BA97-B837-696C-2B9FE957E2B4}"/>
              </a:ext>
            </a:extLst>
          </p:cNvPr>
          <p:cNvSpPr>
            <a:spLocks noGrp="1"/>
          </p:cNvSpPr>
          <p:nvPr>
            <p:ph type="sldNum" sz="quarter" idx="12"/>
          </p:nvPr>
        </p:nvSpPr>
        <p:spPr/>
        <p:txBody>
          <a:bodyPr/>
          <a:lstStyle/>
          <a:p>
            <a:fld id="{B035404B-7E99-4F63-A61D-6FB719BCDCFF}" type="slidenum">
              <a:rPr lang="en-IN" smtClean="0"/>
              <a:t>14</a:t>
            </a:fld>
            <a:endParaRPr lang="en-IN"/>
          </a:p>
        </p:txBody>
      </p:sp>
      <p:pic>
        <p:nvPicPr>
          <p:cNvPr id="6" name="Content Placeholder 5">
            <a:extLst>
              <a:ext uri="{FF2B5EF4-FFF2-40B4-BE49-F238E27FC236}">
                <a16:creationId xmlns:a16="http://schemas.microsoft.com/office/drawing/2014/main" id="{36864421-49F3-956A-6906-A075D2A24C8D}"/>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42684" y="480717"/>
            <a:ext cx="10211575" cy="5793960"/>
          </a:xfrm>
          <a:prstGeom prst="rect">
            <a:avLst/>
          </a:prstGeom>
          <a:noFill/>
          <a:ln>
            <a:noFill/>
          </a:ln>
        </p:spPr>
      </p:pic>
    </p:spTree>
    <p:extLst>
      <p:ext uri="{BB962C8B-B14F-4D97-AF65-F5344CB8AC3E}">
        <p14:creationId xmlns:p14="http://schemas.microsoft.com/office/powerpoint/2010/main" val="16973524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D473A-5E21-8A78-E37D-C55C30DEBA3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F84F878-959E-7B02-47CE-EEBB4E4D5D5E}"/>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05332928-656D-4B8C-1258-874631ED7A93}"/>
              </a:ext>
            </a:extLst>
          </p:cNvPr>
          <p:cNvSpPr>
            <a:spLocks noGrp="1"/>
          </p:cNvSpPr>
          <p:nvPr>
            <p:ph type="ftr" sz="quarter" idx="11"/>
          </p:nvPr>
        </p:nvSpPr>
        <p:spPr/>
        <p:txBody>
          <a:bodyPr/>
          <a:lstStyle/>
          <a:p>
            <a:r>
              <a:rPr lang="en-IN"/>
              <a:t>DHIRUBHAI AMBANI UNIVERSITY</a:t>
            </a:r>
          </a:p>
        </p:txBody>
      </p:sp>
      <p:sp>
        <p:nvSpPr>
          <p:cNvPr id="5" name="Slide Number Placeholder 4">
            <a:extLst>
              <a:ext uri="{FF2B5EF4-FFF2-40B4-BE49-F238E27FC236}">
                <a16:creationId xmlns:a16="http://schemas.microsoft.com/office/drawing/2014/main" id="{BC915636-AE3A-B5B1-609E-174729955EF7}"/>
              </a:ext>
            </a:extLst>
          </p:cNvPr>
          <p:cNvSpPr>
            <a:spLocks noGrp="1"/>
          </p:cNvSpPr>
          <p:nvPr>
            <p:ph type="sldNum" sz="quarter" idx="12"/>
          </p:nvPr>
        </p:nvSpPr>
        <p:spPr/>
        <p:txBody>
          <a:bodyPr/>
          <a:lstStyle/>
          <a:p>
            <a:fld id="{B035404B-7E99-4F63-A61D-6FB719BCDCFF}" type="slidenum">
              <a:rPr lang="en-IN" smtClean="0"/>
              <a:t>15</a:t>
            </a:fld>
            <a:endParaRPr lang="en-IN"/>
          </a:p>
        </p:txBody>
      </p:sp>
      <p:pic>
        <p:nvPicPr>
          <p:cNvPr id="6" name="Picture 5">
            <a:extLst>
              <a:ext uri="{FF2B5EF4-FFF2-40B4-BE49-F238E27FC236}">
                <a16:creationId xmlns:a16="http://schemas.microsoft.com/office/drawing/2014/main" id="{C0578BAE-42E3-28E8-9CEB-4D67591A626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1371" y="452718"/>
            <a:ext cx="10211169" cy="5795681"/>
          </a:xfrm>
          <a:prstGeom prst="rect">
            <a:avLst/>
          </a:prstGeom>
          <a:noFill/>
          <a:ln>
            <a:noFill/>
          </a:ln>
        </p:spPr>
      </p:pic>
    </p:spTree>
    <p:extLst>
      <p:ext uri="{BB962C8B-B14F-4D97-AF65-F5344CB8AC3E}">
        <p14:creationId xmlns:p14="http://schemas.microsoft.com/office/powerpoint/2010/main" val="17051753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E25F1-4B67-58D8-5F85-7B80A9906F8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92E9B10-EA10-F28A-5764-DDA871E5D044}"/>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83C4DC92-E87F-45B8-2B11-26355164AD6F}"/>
              </a:ext>
            </a:extLst>
          </p:cNvPr>
          <p:cNvSpPr>
            <a:spLocks noGrp="1"/>
          </p:cNvSpPr>
          <p:nvPr>
            <p:ph type="ftr" sz="quarter" idx="11"/>
          </p:nvPr>
        </p:nvSpPr>
        <p:spPr/>
        <p:txBody>
          <a:bodyPr/>
          <a:lstStyle/>
          <a:p>
            <a:r>
              <a:rPr lang="en-IN"/>
              <a:t>DHIRUBHAI AMBANI UNIVERSITY</a:t>
            </a:r>
          </a:p>
        </p:txBody>
      </p:sp>
      <p:sp>
        <p:nvSpPr>
          <p:cNvPr id="5" name="Slide Number Placeholder 4">
            <a:extLst>
              <a:ext uri="{FF2B5EF4-FFF2-40B4-BE49-F238E27FC236}">
                <a16:creationId xmlns:a16="http://schemas.microsoft.com/office/drawing/2014/main" id="{44557532-459C-FBEF-A435-9600AEF48702}"/>
              </a:ext>
            </a:extLst>
          </p:cNvPr>
          <p:cNvSpPr>
            <a:spLocks noGrp="1"/>
          </p:cNvSpPr>
          <p:nvPr>
            <p:ph type="sldNum" sz="quarter" idx="12"/>
          </p:nvPr>
        </p:nvSpPr>
        <p:spPr/>
        <p:txBody>
          <a:bodyPr/>
          <a:lstStyle/>
          <a:p>
            <a:fld id="{B035404B-7E99-4F63-A61D-6FB719BCDCFF}" type="slidenum">
              <a:rPr lang="en-IN" smtClean="0"/>
              <a:t>16</a:t>
            </a:fld>
            <a:endParaRPr lang="en-IN"/>
          </a:p>
        </p:txBody>
      </p:sp>
      <p:pic>
        <p:nvPicPr>
          <p:cNvPr id="6" name="Picture 5">
            <a:extLst>
              <a:ext uri="{FF2B5EF4-FFF2-40B4-BE49-F238E27FC236}">
                <a16:creationId xmlns:a16="http://schemas.microsoft.com/office/drawing/2014/main" id="{40F2D803-1C8C-ECD8-9C8B-173F56B19161}"/>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8402" y="527479"/>
            <a:ext cx="10224138" cy="5803042"/>
          </a:xfrm>
          <a:prstGeom prst="rect">
            <a:avLst/>
          </a:prstGeom>
          <a:noFill/>
          <a:ln>
            <a:noFill/>
          </a:ln>
        </p:spPr>
      </p:pic>
    </p:spTree>
    <p:extLst>
      <p:ext uri="{BB962C8B-B14F-4D97-AF65-F5344CB8AC3E}">
        <p14:creationId xmlns:p14="http://schemas.microsoft.com/office/powerpoint/2010/main" val="8162178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69D9D-0485-CB73-EA2C-9194C1F8374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D25B3F4-247B-7F29-CFB9-EDF0F3B4E8ED}"/>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8B2CBA87-C661-2EED-793D-A41ECF365782}"/>
              </a:ext>
            </a:extLst>
          </p:cNvPr>
          <p:cNvSpPr>
            <a:spLocks noGrp="1"/>
          </p:cNvSpPr>
          <p:nvPr>
            <p:ph type="ftr" sz="quarter" idx="11"/>
          </p:nvPr>
        </p:nvSpPr>
        <p:spPr/>
        <p:txBody>
          <a:bodyPr/>
          <a:lstStyle/>
          <a:p>
            <a:r>
              <a:rPr lang="en-IN"/>
              <a:t>DHIRUBHAI AMBANI UNIVERSITY</a:t>
            </a:r>
          </a:p>
        </p:txBody>
      </p:sp>
      <p:sp>
        <p:nvSpPr>
          <p:cNvPr id="5" name="Slide Number Placeholder 4">
            <a:extLst>
              <a:ext uri="{FF2B5EF4-FFF2-40B4-BE49-F238E27FC236}">
                <a16:creationId xmlns:a16="http://schemas.microsoft.com/office/drawing/2014/main" id="{D4A649DE-BA38-982F-EBDF-B4E3C3A32A99}"/>
              </a:ext>
            </a:extLst>
          </p:cNvPr>
          <p:cNvSpPr>
            <a:spLocks noGrp="1"/>
          </p:cNvSpPr>
          <p:nvPr>
            <p:ph type="sldNum" sz="quarter" idx="12"/>
          </p:nvPr>
        </p:nvSpPr>
        <p:spPr/>
        <p:txBody>
          <a:bodyPr/>
          <a:lstStyle/>
          <a:p>
            <a:fld id="{B035404B-7E99-4F63-A61D-6FB719BCDCFF}" type="slidenum">
              <a:rPr lang="en-IN" smtClean="0"/>
              <a:t>17</a:t>
            </a:fld>
            <a:endParaRPr lang="en-IN"/>
          </a:p>
        </p:txBody>
      </p:sp>
      <p:pic>
        <p:nvPicPr>
          <p:cNvPr id="6" name="Picture 5">
            <a:extLst>
              <a:ext uri="{FF2B5EF4-FFF2-40B4-BE49-F238E27FC236}">
                <a16:creationId xmlns:a16="http://schemas.microsoft.com/office/drawing/2014/main" id="{CB2C5E72-13D9-B415-5555-DF6EF152A00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1729" y="570992"/>
            <a:ext cx="10070811" cy="5716016"/>
          </a:xfrm>
          <a:prstGeom prst="rect">
            <a:avLst/>
          </a:prstGeom>
          <a:noFill/>
          <a:ln>
            <a:noFill/>
          </a:ln>
        </p:spPr>
      </p:pic>
    </p:spTree>
    <p:extLst>
      <p:ext uri="{BB962C8B-B14F-4D97-AF65-F5344CB8AC3E}">
        <p14:creationId xmlns:p14="http://schemas.microsoft.com/office/powerpoint/2010/main" val="40497093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33229-2039-936E-3909-BA625F27FB76}"/>
              </a:ext>
            </a:extLst>
          </p:cNvPr>
          <p:cNvSpPr>
            <a:spLocks noGrp="1"/>
          </p:cNvSpPr>
          <p:nvPr>
            <p:ph type="title"/>
          </p:nvPr>
        </p:nvSpPr>
        <p:spPr>
          <a:xfrm>
            <a:off x="233156" y="138086"/>
            <a:ext cx="9404723" cy="1400530"/>
          </a:xfrm>
        </p:spPr>
        <p:txBody>
          <a:bodyPr/>
          <a:lstStyle/>
          <a:p>
            <a:r>
              <a:rPr lang="en-US" dirty="0"/>
              <a:t>UI/UX FOR ADMIN MODULE</a:t>
            </a:r>
            <a:endParaRPr lang="en-IN" dirty="0"/>
          </a:p>
        </p:txBody>
      </p:sp>
      <p:sp>
        <p:nvSpPr>
          <p:cNvPr id="3" name="Content Placeholder 2">
            <a:extLst>
              <a:ext uri="{FF2B5EF4-FFF2-40B4-BE49-F238E27FC236}">
                <a16:creationId xmlns:a16="http://schemas.microsoft.com/office/drawing/2014/main" id="{1F01161F-DE3F-8725-F91F-EF63D9E69916}"/>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F3C4069E-2C0E-7100-1CE2-7DAFC8508580}"/>
              </a:ext>
            </a:extLst>
          </p:cNvPr>
          <p:cNvSpPr>
            <a:spLocks noGrp="1"/>
          </p:cNvSpPr>
          <p:nvPr>
            <p:ph type="ftr" sz="quarter" idx="11"/>
          </p:nvPr>
        </p:nvSpPr>
        <p:spPr/>
        <p:txBody>
          <a:bodyPr/>
          <a:lstStyle/>
          <a:p>
            <a:r>
              <a:rPr lang="en-IN"/>
              <a:t>DHIRUBHAI AMBANI UNIVERSITY</a:t>
            </a:r>
          </a:p>
        </p:txBody>
      </p:sp>
      <p:sp>
        <p:nvSpPr>
          <p:cNvPr id="5" name="Slide Number Placeholder 4">
            <a:extLst>
              <a:ext uri="{FF2B5EF4-FFF2-40B4-BE49-F238E27FC236}">
                <a16:creationId xmlns:a16="http://schemas.microsoft.com/office/drawing/2014/main" id="{E47FAB5D-62D3-0A9D-B051-4B3EBBF02BF1}"/>
              </a:ext>
            </a:extLst>
          </p:cNvPr>
          <p:cNvSpPr>
            <a:spLocks noGrp="1"/>
          </p:cNvSpPr>
          <p:nvPr>
            <p:ph type="sldNum" sz="quarter" idx="12"/>
          </p:nvPr>
        </p:nvSpPr>
        <p:spPr/>
        <p:txBody>
          <a:bodyPr/>
          <a:lstStyle/>
          <a:p>
            <a:fld id="{B035404B-7E99-4F63-A61D-6FB719BCDCFF}" type="slidenum">
              <a:rPr lang="en-IN" smtClean="0"/>
              <a:t>18</a:t>
            </a:fld>
            <a:endParaRPr lang="en-IN"/>
          </a:p>
        </p:txBody>
      </p:sp>
      <p:pic>
        <p:nvPicPr>
          <p:cNvPr id="6" name="Picture 5">
            <a:extLst>
              <a:ext uri="{FF2B5EF4-FFF2-40B4-BE49-F238E27FC236}">
                <a16:creationId xmlns:a16="http://schemas.microsoft.com/office/drawing/2014/main" id="{576FA0E8-D0EE-C18B-D956-E00A8BDD3FA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3156" y="949426"/>
            <a:ext cx="10166782" cy="5770488"/>
          </a:xfrm>
          <a:prstGeom prst="rect">
            <a:avLst/>
          </a:prstGeom>
          <a:noFill/>
          <a:ln>
            <a:noFill/>
          </a:ln>
        </p:spPr>
      </p:pic>
    </p:spTree>
    <p:extLst>
      <p:ext uri="{BB962C8B-B14F-4D97-AF65-F5344CB8AC3E}">
        <p14:creationId xmlns:p14="http://schemas.microsoft.com/office/powerpoint/2010/main" val="39168026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C2F04-00C6-D52F-211F-271B2A42FFD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84195CB-FDF8-44FB-414A-9F393CE03B46}"/>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6C9C7575-385E-23E8-4659-E887B59EAC58}"/>
              </a:ext>
            </a:extLst>
          </p:cNvPr>
          <p:cNvSpPr>
            <a:spLocks noGrp="1"/>
          </p:cNvSpPr>
          <p:nvPr>
            <p:ph type="ftr" sz="quarter" idx="11"/>
          </p:nvPr>
        </p:nvSpPr>
        <p:spPr/>
        <p:txBody>
          <a:bodyPr/>
          <a:lstStyle/>
          <a:p>
            <a:r>
              <a:rPr lang="en-IN"/>
              <a:t>DHIRUBHAI AMBANI UNIVERSITY</a:t>
            </a:r>
          </a:p>
        </p:txBody>
      </p:sp>
      <p:sp>
        <p:nvSpPr>
          <p:cNvPr id="5" name="Slide Number Placeholder 4">
            <a:extLst>
              <a:ext uri="{FF2B5EF4-FFF2-40B4-BE49-F238E27FC236}">
                <a16:creationId xmlns:a16="http://schemas.microsoft.com/office/drawing/2014/main" id="{605CB4D3-D0E3-0791-74D9-7BF0BC3657AC}"/>
              </a:ext>
            </a:extLst>
          </p:cNvPr>
          <p:cNvSpPr>
            <a:spLocks noGrp="1"/>
          </p:cNvSpPr>
          <p:nvPr>
            <p:ph type="sldNum" sz="quarter" idx="12"/>
          </p:nvPr>
        </p:nvSpPr>
        <p:spPr/>
        <p:txBody>
          <a:bodyPr/>
          <a:lstStyle/>
          <a:p>
            <a:fld id="{B035404B-7E99-4F63-A61D-6FB719BCDCFF}" type="slidenum">
              <a:rPr lang="en-IN" smtClean="0"/>
              <a:t>19</a:t>
            </a:fld>
            <a:endParaRPr lang="en-IN"/>
          </a:p>
        </p:txBody>
      </p:sp>
      <p:pic>
        <p:nvPicPr>
          <p:cNvPr id="6" name="Picture 5">
            <a:extLst>
              <a:ext uri="{FF2B5EF4-FFF2-40B4-BE49-F238E27FC236}">
                <a16:creationId xmlns:a16="http://schemas.microsoft.com/office/drawing/2014/main" id="{1529553E-A3AD-FD42-FD1F-051BC400253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9060" y="527630"/>
            <a:ext cx="10223480" cy="5802739"/>
          </a:xfrm>
          <a:prstGeom prst="rect">
            <a:avLst/>
          </a:prstGeom>
          <a:noFill/>
          <a:ln>
            <a:noFill/>
          </a:ln>
        </p:spPr>
      </p:pic>
    </p:spTree>
    <p:extLst>
      <p:ext uri="{BB962C8B-B14F-4D97-AF65-F5344CB8AC3E}">
        <p14:creationId xmlns:p14="http://schemas.microsoft.com/office/powerpoint/2010/main" val="671163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F8F07-B388-917F-C2CE-EBA1BE0EF62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E6ABBFB-AD9C-4769-311D-05FD36069882}"/>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3F61EC1A-1742-389F-D036-CE3720CD59A4}"/>
              </a:ext>
            </a:extLst>
          </p:cNvPr>
          <p:cNvSpPr>
            <a:spLocks noGrp="1"/>
          </p:cNvSpPr>
          <p:nvPr>
            <p:ph type="ftr" sz="quarter" idx="11"/>
          </p:nvPr>
        </p:nvSpPr>
        <p:spPr/>
        <p:txBody>
          <a:bodyPr/>
          <a:lstStyle/>
          <a:p>
            <a:r>
              <a:rPr lang="en-IN"/>
              <a:t>DHIRUBHAI AMBANI UNIVERSITY</a:t>
            </a:r>
          </a:p>
        </p:txBody>
      </p:sp>
      <p:sp>
        <p:nvSpPr>
          <p:cNvPr id="5" name="Slide Number Placeholder 4">
            <a:extLst>
              <a:ext uri="{FF2B5EF4-FFF2-40B4-BE49-F238E27FC236}">
                <a16:creationId xmlns:a16="http://schemas.microsoft.com/office/drawing/2014/main" id="{13EB8F3C-D564-53ED-07B8-CCC17142AC9C}"/>
              </a:ext>
            </a:extLst>
          </p:cNvPr>
          <p:cNvSpPr>
            <a:spLocks noGrp="1"/>
          </p:cNvSpPr>
          <p:nvPr>
            <p:ph type="sldNum" sz="quarter" idx="12"/>
          </p:nvPr>
        </p:nvSpPr>
        <p:spPr/>
        <p:txBody>
          <a:bodyPr/>
          <a:lstStyle/>
          <a:p>
            <a:fld id="{B035404B-7E99-4F63-A61D-6FB719BCDCFF}" type="slidenum">
              <a:rPr lang="en-IN" smtClean="0"/>
              <a:t>20</a:t>
            </a:fld>
            <a:endParaRPr lang="en-IN"/>
          </a:p>
        </p:txBody>
      </p:sp>
      <p:pic>
        <p:nvPicPr>
          <p:cNvPr id="6" name="Picture 5">
            <a:extLst>
              <a:ext uri="{FF2B5EF4-FFF2-40B4-BE49-F238E27FC236}">
                <a16:creationId xmlns:a16="http://schemas.microsoft.com/office/drawing/2014/main" id="{CD059199-C825-100B-211E-44AF1EB7DD11}"/>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0976" y="679572"/>
            <a:ext cx="10131564" cy="5749500"/>
          </a:xfrm>
          <a:prstGeom prst="rect">
            <a:avLst/>
          </a:prstGeom>
          <a:noFill/>
          <a:ln>
            <a:noFill/>
          </a:ln>
        </p:spPr>
      </p:pic>
    </p:spTree>
    <p:extLst>
      <p:ext uri="{BB962C8B-B14F-4D97-AF65-F5344CB8AC3E}">
        <p14:creationId xmlns:p14="http://schemas.microsoft.com/office/powerpoint/2010/main" val="28723318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40A45-DC0D-9870-9976-1574DAA1C4F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3BBCD9B-02C3-3863-F6D6-C7C2DA959E77}"/>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FE11485E-E825-017A-ACED-9502AEC43121}"/>
              </a:ext>
            </a:extLst>
          </p:cNvPr>
          <p:cNvSpPr>
            <a:spLocks noGrp="1"/>
          </p:cNvSpPr>
          <p:nvPr>
            <p:ph type="ftr" sz="quarter" idx="11"/>
          </p:nvPr>
        </p:nvSpPr>
        <p:spPr/>
        <p:txBody>
          <a:bodyPr/>
          <a:lstStyle/>
          <a:p>
            <a:r>
              <a:rPr lang="en-IN"/>
              <a:t>DHIRUBHAI AMBANI UNIVERSITY</a:t>
            </a:r>
          </a:p>
        </p:txBody>
      </p:sp>
      <p:sp>
        <p:nvSpPr>
          <p:cNvPr id="5" name="Slide Number Placeholder 4">
            <a:extLst>
              <a:ext uri="{FF2B5EF4-FFF2-40B4-BE49-F238E27FC236}">
                <a16:creationId xmlns:a16="http://schemas.microsoft.com/office/drawing/2014/main" id="{A1583A86-A7A2-0AC2-64E2-47A4909FF0ED}"/>
              </a:ext>
            </a:extLst>
          </p:cNvPr>
          <p:cNvSpPr>
            <a:spLocks noGrp="1"/>
          </p:cNvSpPr>
          <p:nvPr>
            <p:ph type="sldNum" sz="quarter" idx="12"/>
          </p:nvPr>
        </p:nvSpPr>
        <p:spPr/>
        <p:txBody>
          <a:bodyPr/>
          <a:lstStyle/>
          <a:p>
            <a:fld id="{B035404B-7E99-4F63-A61D-6FB719BCDCFF}" type="slidenum">
              <a:rPr lang="en-IN" smtClean="0"/>
              <a:t>21</a:t>
            </a:fld>
            <a:endParaRPr lang="en-IN"/>
          </a:p>
        </p:txBody>
      </p:sp>
      <p:pic>
        <p:nvPicPr>
          <p:cNvPr id="6" name="Picture 5">
            <a:extLst>
              <a:ext uri="{FF2B5EF4-FFF2-40B4-BE49-F238E27FC236}">
                <a16:creationId xmlns:a16="http://schemas.microsoft.com/office/drawing/2014/main" id="{ACA53905-67F8-BAEC-E80C-756FB5ABD8E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3663" y="568945"/>
            <a:ext cx="10078024" cy="5720110"/>
          </a:xfrm>
          <a:prstGeom prst="rect">
            <a:avLst/>
          </a:prstGeom>
          <a:noFill/>
          <a:ln>
            <a:noFill/>
          </a:ln>
        </p:spPr>
      </p:pic>
    </p:spTree>
    <p:extLst>
      <p:ext uri="{BB962C8B-B14F-4D97-AF65-F5344CB8AC3E}">
        <p14:creationId xmlns:p14="http://schemas.microsoft.com/office/powerpoint/2010/main" val="1497031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0A737-4B4B-3865-5E13-7C2E06FD4BF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848C0DF-06B5-0813-4C48-C842271D8DE5}"/>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B2E76A4A-E920-726C-CB6C-6836028463DB}"/>
              </a:ext>
            </a:extLst>
          </p:cNvPr>
          <p:cNvSpPr>
            <a:spLocks noGrp="1"/>
          </p:cNvSpPr>
          <p:nvPr>
            <p:ph type="ftr" sz="quarter" idx="11"/>
          </p:nvPr>
        </p:nvSpPr>
        <p:spPr/>
        <p:txBody>
          <a:bodyPr/>
          <a:lstStyle/>
          <a:p>
            <a:r>
              <a:rPr lang="en-IN"/>
              <a:t>DHIRUBHAI AMBANI UNIVERSITY</a:t>
            </a:r>
          </a:p>
        </p:txBody>
      </p:sp>
      <p:sp>
        <p:nvSpPr>
          <p:cNvPr id="5" name="Slide Number Placeholder 4">
            <a:extLst>
              <a:ext uri="{FF2B5EF4-FFF2-40B4-BE49-F238E27FC236}">
                <a16:creationId xmlns:a16="http://schemas.microsoft.com/office/drawing/2014/main" id="{34D1C093-3FAA-A068-57BB-B09D881D345A}"/>
              </a:ext>
            </a:extLst>
          </p:cNvPr>
          <p:cNvSpPr>
            <a:spLocks noGrp="1"/>
          </p:cNvSpPr>
          <p:nvPr>
            <p:ph type="sldNum" sz="quarter" idx="12"/>
          </p:nvPr>
        </p:nvSpPr>
        <p:spPr/>
        <p:txBody>
          <a:bodyPr/>
          <a:lstStyle/>
          <a:p>
            <a:fld id="{B035404B-7E99-4F63-A61D-6FB719BCDCFF}" type="slidenum">
              <a:rPr lang="en-IN" smtClean="0"/>
              <a:t>22</a:t>
            </a:fld>
            <a:endParaRPr lang="en-IN"/>
          </a:p>
        </p:txBody>
      </p:sp>
      <p:pic>
        <p:nvPicPr>
          <p:cNvPr id="6" name="Picture 5">
            <a:extLst>
              <a:ext uri="{FF2B5EF4-FFF2-40B4-BE49-F238E27FC236}">
                <a16:creationId xmlns:a16="http://schemas.microsoft.com/office/drawing/2014/main" id="{984FB9E2-9117-6E0B-82DE-A8E50756E39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7686" y="580878"/>
            <a:ext cx="10261775" cy="5824404"/>
          </a:xfrm>
          <a:prstGeom prst="rect">
            <a:avLst/>
          </a:prstGeom>
          <a:noFill/>
          <a:ln>
            <a:noFill/>
          </a:ln>
        </p:spPr>
      </p:pic>
    </p:spTree>
    <p:extLst>
      <p:ext uri="{BB962C8B-B14F-4D97-AF65-F5344CB8AC3E}">
        <p14:creationId xmlns:p14="http://schemas.microsoft.com/office/powerpoint/2010/main" val="21865792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BFC9E-C326-5BFF-3045-00C6B395454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43C24D8-BFB9-F578-1766-1D513BE025ED}"/>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A08A1D69-7BBB-D150-9710-4EFE720AE8CE}"/>
              </a:ext>
            </a:extLst>
          </p:cNvPr>
          <p:cNvSpPr>
            <a:spLocks noGrp="1"/>
          </p:cNvSpPr>
          <p:nvPr>
            <p:ph type="ftr" sz="quarter" idx="11"/>
          </p:nvPr>
        </p:nvSpPr>
        <p:spPr/>
        <p:txBody>
          <a:bodyPr/>
          <a:lstStyle/>
          <a:p>
            <a:r>
              <a:rPr lang="en-IN"/>
              <a:t>DHIRUBHAI AMBANI UNIVERSITY</a:t>
            </a:r>
          </a:p>
        </p:txBody>
      </p:sp>
      <p:sp>
        <p:nvSpPr>
          <p:cNvPr id="5" name="Slide Number Placeholder 4">
            <a:extLst>
              <a:ext uri="{FF2B5EF4-FFF2-40B4-BE49-F238E27FC236}">
                <a16:creationId xmlns:a16="http://schemas.microsoft.com/office/drawing/2014/main" id="{39D05617-3CBB-2C92-8C47-2F1B1B0A1883}"/>
              </a:ext>
            </a:extLst>
          </p:cNvPr>
          <p:cNvSpPr>
            <a:spLocks noGrp="1"/>
          </p:cNvSpPr>
          <p:nvPr>
            <p:ph type="sldNum" sz="quarter" idx="12"/>
          </p:nvPr>
        </p:nvSpPr>
        <p:spPr/>
        <p:txBody>
          <a:bodyPr/>
          <a:lstStyle/>
          <a:p>
            <a:fld id="{B035404B-7E99-4F63-A61D-6FB719BCDCFF}" type="slidenum">
              <a:rPr lang="en-IN" smtClean="0"/>
              <a:t>23</a:t>
            </a:fld>
            <a:endParaRPr lang="en-IN"/>
          </a:p>
        </p:txBody>
      </p:sp>
      <p:pic>
        <p:nvPicPr>
          <p:cNvPr id="6" name="Picture 5">
            <a:extLst>
              <a:ext uri="{FF2B5EF4-FFF2-40B4-BE49-F238E27FC236}">
                <a16:creationId xmlns:a16="http://schemas.microsoft.com/office/drawing/2014/main" id="{71900BBA-910E-9279-0D67-48613129E7B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3374" y="478306"/>
            <a:ext cx="10166087" cy="5770093"/>
          </a:xfrm>
          <a:prstGeom prst="rect">
            <a:avLst/>
          </a:prstGeom>
          <a:noFill/>
          <a:ln>
            <a:noFill/>
          </a:ln>
        </p:spPr>
      </p:pic>
    </p:spTree>
    <p:extLst>
      <p:ext uri="{BB962C8B-B14F-4D97-AF65-F5344CB8AC3E}">
        <p14:creationId xmlns:p14="http://schemas.microsoft.com/office/powerpoint/2010/main" val="33412205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09C169-05FF-AB9D-5BE1-2E943172C286}"/>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9D523C3D-B187-E9DD-F549-2F179C6A21D8}"/>
              </a:ext>
            </a:extLst>
          </p:cNvPr>
          <p:cNvSpPr>
            <a:spLocks noGrp="1"/>
          </p:cNvSpPr>
          <p:nvPr>
            <p:ph type="ftr" sz="quarter" idx="11"/>
          </p:nvPr>
        </p:nvSpPr>
        <p:spPr/>
        <p:txBody>
          <a:bodyPr/>
          <a:lstStyle/>
          <a:p>
            <a:r>
              <a:rPr lang="en-IN"/>
              <a:t>DHIRUBHAI AMBANI UNIVERSITY</a:t>
            </a:r>
          </a:p>
        </p:txBody>
      </p:sp>
      <p:sp>
        <p:nvSpPr>
          <p:cNvPr id="5" name="Slide Number Placeholder 4">
            <a:extLst>
              <a:ext uri="{FF2B5EF4-FFF2-40B4-BE49-F238E27FC236}">
                <a16:creationId xmlns:a16="http://schemas.microsoft.com/office/drawing/2014/main" id="{C11BC403-A3C5-8038-1A87-4B376D3CD9D8}"/>
              </a:ext>
            </a:extLst>
          </p:cNvPr>
          <p:cNvSpPr>
            <a:spLocks noGrp="1"/>
          </p:cNvSpPr>
          <p:nvPr>
            <p:ph type="sldNum" sz="quarter" idx="12"/>
          </p:nvPr>
        </p:nvSpPr>
        <p:spPr/>
        <p:txBody>
          <a:bodyPr/>
          <a:lstStyle/>
          <a:p>
            <a:fld id="{B035404B-7E99-4F63-A61D-6FB719BCDCFF}" type="slidenum">
              <a:rPr lang="en-IN" smtClean="0"/>
              <a:t>24</a:t>
            </a:fld>
            <a:endParaRPr lang="en-IN"/>
          </a:p>
        </p:txBody>
      </p:sp>
      <p:pic>
        <p:nvPicPr>
          <p:cNvPr id="6" name="Picture 5">
            <a:extLst>
              <a:ext uri="{FF2B5EF4-FFF2-40B4-BE49-F238E27FC236}">
                <a16:creationId xmlns:a16="http://schemas.microsoft.com/office/drawing/2014/main" id="{CCFFCEC1-22C4-B5C8-BF09-6C2501224354}"/>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5814" y="825870"/>
            <a:ext cx="10106726" cy="5736401"/>
          </a:xfrm>
          <a:prstGeom prst="rect">
            <a:avLst/>
          </a:prstGeom>
          <a:noFill/>
          <a:ln>
            <a:noFill/>
          </a:ln>
        </p:spPr>
      </p:pic>
      <p:sp>
        <p:nvSpPr>
          <p:cNvPr id="7" name="Title 1">
            <a:extLst>
              <a:ext uri="{FF2B5EF4-FFF2-40B4-BE49-F238E27FC236}">
                <a16:creationId xmlns:a16="http://schemas.microsoft.com/office/drawing/2014/main" id="{26BD85BE-1F02-BD2C-E72D-3D82851E443C}"/>
              </a:ext>
            </a:extLst>
          </p:cNvPr>
          <p:cNvSpPr txBox="1">
            <a:spLocks/>
          </p:cNvSpPr>
          <p:nvPr/>
        </p:nvSpPr>
        <p:spPr>
          <a:xfrm>
            <a:off x="115170" y="47270"/>
            <a:ext cx="9404723" cy="1400530"/>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UI/UX FOR DELIVERY PARTNER</a:t>
            </a:r>
            <a:endParaRPr lang="en-IN" dirty="0"/>
          </a:p>
        </p:txBody>
      </p:sp>
    </p:spTree>
    <p:extLst>
      <p:ext uri="{BB962C8B-B14F-4D97-AF65-F5344CB8AC3E}">
        <p14:creationId xmlns:p14="http://schemas.microsoft.com/office/powerpoint/2010/main" val="16501834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AD96A-C8F8-0A1F-C3AC-B2EF1E237F7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5A027BE-2506-F225-3858-A9120FDBC6DA}"/>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E4A54053-4F70-11F5-E3E9-31E7AE464BC0}"/>
              </a:ext>
            </a:extLst>
          </p:cNvPr>
          <p:cNvSpPr>
            <a:spLocks noGrp="1"/>
          </p:cNvSpPr>
          <p:nvPr>
            <p:ph type="ftr" sz="quarter" idx="11"/>
          </p:nvPr>
        </p:nvSpPr>
        <p:spPr/>
        <p:txBody>
          <a:bodyPr/>
          <a:lstStyle/>
          <a:p>
            <a:r>
              <a:rPr lang="en-IN"/>
              <a:t>DHIRUBHAI AMBANI UNIVERSITY</a:t>
            </a:r>
          </a:p>
        </p:txBody>
      </p:sp>
      <p:sp>
        <p:nvSpPr>
          <p:cNvPr id="5" name="Slide Number Placeholder 4">
            <a:extLst>
              <a:ext uri="{FF2B5EF4-FFF2-40B4-BE49-F238E27FC236}">
                <a16:creationId xmlns:a16="http://schemas.microsoft.com/office/drawing/2014/main" id="{85964631-90DF-5531-38C7-335684CADF55}"/>
              </a:ext>
            </a:extLst>
          </p:cNvPr>
          <p:cNvSpPr>
            <a:spLocks noGrp="1"/>
          </p:cNvSpPr>
          <p:nvPr>
            <p:ph type="sldNum" sz="quarter" idx="12"/>
          </p:nvPr>
        </p:nvSpPr>
        <p:spPr/>
        <p:txBody>
          <a:bodyPr/>
          <a:lstStyle/>
          <a:p>
            <a:fld id="{B035404B-7E99-4F63-A61D-6FB719BCDCFF}" type="slidenum">
              <a:rPr lang="en-IN" smtClean="0"/>
              <a:t>25</a:t>
            </a:fld>
            <a:endParaRPr lang="en-IN"/>
          </a:p>
        </p:txBody>
      </p:sp>
      <p:pic>
        <p:nvPicPr>
          <p:cNvPr id="6" name="Picture 5">
            <a:extLst>
              <a:ext uri="{FF2B5EF4-FFF2-40B4-BE49-F238E27FC236}">
                <a16:creationId xmlns:a16="http://schemas.microsoft.com/office/drawing/2014/main" id="{9EB03D3E-B4E9-0B27-1AD8-85381E2300D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6477" y="521418"/>
            <a:ext cx="10064718" cy="5712558"/>
          </a:xfrm>
          <a:prstGeom prst="rect">
            <a:avLst/>
          </a:prstGeom>
          <a:noFill/>
          <a:ln>
            <a:noFill/>
          </a:ln>
        </p:spPr>
      </p:pic>
    </p:spTree>
    <p:extLst>
      <p:ext uri="{BB962C8B-B14F-4D97-AF65-F5344CB8AC3E}">
        <p14:creationId xmlns:p14="http://schemas.microsoft.com/office/powerpoint/2010/main" val="4449854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01AB6-28BB-11CF-F5F9-537AC34A2F9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160AA91-2497-5561-517D-D58BAFB5C930}"/>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7BDAFDEC-D03A-65C6-5530-E276308668BC}"/>
              </a:ext>
            </a:extLst>
          </p:cNvPr>
          <p:cNvSpPr>
            <a:spLocks noGrp="1"/>
          </p:cNvSpPr>
          <p:nvPr>
            <p:ph type="ftr" sz="quarter" idx="11"/>
          </p:nvPr>
        </p:nvSpPr>
        <p:spPr/>
        <p:txBody>
          <a:bodyPr/>
          <a:lstStyle/>
          <a:p>
            <a:r>
              <a:rPr lang="en-IN"/>
              <a:t>DHIRUBHAI AMBANI UNIVERSITY</a:t>
            </a:r>
          </a:p>
        </p:txBody>
      </p:sp>
      <p:sp>
        <p:nvSpPr>
          <p:cNvPr id="5" name="Slide Number Placeholder 4">
            <a:extLst>
              <a:ext uri="{FF2B5EF4-FFF2-40B4-BE49-F238E27FC236}">
                <a16:creationId xmlns:a16="http://schemas.microsoft.com/office/drawing/2014/main" id="{04404699-BFAB-85AA-3B8B-75441046D0E2}"/>
              </a:ext>
            </a:extLst>
          </p:cNvPr>
          <p:cNvSpPr>
            <a:spLocks noGrp="1"/>
          </p:cNvSpPr>
          <p:nvPr>
            <p:ph type="sldNum" sz="quarter" idx="12"/>
          </p:nvPr>
        </p:nvSpPr>
        <p:spPr/>
        <p:txBody>
          <a:bodyPr/>
          <a:lstStyle/>
          <a:p>
            <a:fld id="{B035404B-7E99-4F63-A61D-6FB719BCDCFF}" type="slidenum">
              <a:rPr lang="en-IN" smtClean="0"/>
              <a:t>26</a:t>
            </a:fld>
            <a:endParaRPr lang="en-IN"/>
          </a:p>
        </p:txBody>
      </p:sp>
      <p:pic>
        <p:nvPicPr>
          <p:cNvPr id="6" name="Picture 5">
            <a:extLst>
              <a:ext uri="{FF2B5EF4-FFF2-40B4-BE49-F238E27FC236}">
                <a16:creationId xmlns:a16="http://schemas.microsoft.com/office/drawing/2014/main" id="{76451F8B-9362-7E4F-EA68-435A6E8D5BB1}"/>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2945" y="557147"/>
            <a:ext cx="10119595" cy="5743706"/>
          </a:xfrm>
          <a:prstGeom prst="rect">
            <a:avLst/>
          </a:prstGeom>
          <a:noFill/>
          <a:ln>
            <a:noFill/>
          </a:ln>
        </p:spPr>
      </p:pic>
    </p:spTree>
    <p:extLst>
      <p:ext uri="{BB962C8B-B14F-4D97-AF65-F5344CB8AC3E}">
        <p14:creationId xmlns:p14="http://schemas.microsoft.com/office/powerpoint/2010/main" val="34811351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0CF81B-0F80-4FAD-D4D8-D3B6C7ADE1C6}"/>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F67C28F7-0FFD-1A46-411E-0D4F61DBCDDE}"/>
              </a:ext>
            </a:extLst>
          </p:cNvPr>
          <p:cNvSpPr>
            <a:spLocks noGrp="1"/>
          </p:cNvSpPr>
          <p:nvPr>
            <p:ph type="ftr" sz="quarter" idx="11"/>
          </p:nvPr>
        </p:nvSpPr>
        <p:spPr/>
        <p:txBody>
          <a:bodyPr/>
          <a:lstStyle/>
          <a:p>
            <a:r>
              <a:rPr lang="en-IN"/>
              <a:t>DHIRUBHAI AMBANI UNIVERSITY</a:t>
            </a:r>
          </a:p>
        </p:txBody>
      </p:sp>
      <p:sp>
        <p:nvSpPr>
          <p:cNvPr id="5" name="Slide Number Placeholder 4">
            <a:extLst>
              <a:ext uri="{FF2B5EF4-FFF2-40B4-BE49-F238E27FC236}">
                <a16:creationId xmlns:a16="http://schemas.microsoft.com/office/drawing/2014/main" id="{0646C4E0-37A0-F134-8C65-6FAF06C01A15}"/>
              </a:ext>
            </a:extLst>
          </p:cNvPr>
          <p:cNvSpPr>
            <a:spLocks noGrp="1"/>
          </p:cNvSpPr>
          <p:nvPr>
            <p:ph type="sldNum" sz="quarter" idx="12"/>
          </p:nvPr>
        </p:nvSpPr>
        <p:spPr/>
        <p:txBody>
          <a:bodyPr/>
          <a:lstStyle/>
          <a:p>
            <a:fld id="{B035404B-7E99-4F63-A61D-6FB719BCDCFF}" type="slidenum">
              <a:rPr lang="en-IN" smtClean="0"/>
              <a:t>27</a:t>
            </a:fld>
            <a:endParaRPr lang="en-IN"/>
          </a:p>
        </p:txBody>
      </p:sp>
      <p:pic>
        <p:nvPicPr>
          <p:cNvPr id="6" name="Picture 5">
            <a:extLst>
              <a:ext uri="{FF2B5EF4-FFF2-40B4-BE49-F238E27FC236}">
                <a16:creationId xmlns:a16="http://schemas.microsoft.com/office/drawing/2014/main" id="{CF4E7EDD-4DC1-DF1A-9DC0-1F78667267E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7393" y="609601"/>
            <a:ext cx="10095147" cy="5729829"/>
          </a:xfrm>
          <a:prstGeom prst="rect">
            <a:avLst/>
          </a:prstGeom>
          <a:noFill/>
          <a:ln>
            <a:noFill/>
          </a:ln>
        </p:spPr>
      </p:pic>
    </p:spTree>
    <p:extLst>
      <p:ext uri="{BB962C8B-B14F-4D97-AF65-F5344CB8AC3E}">
        <p14:creationId xmlns:p14="http://schemas.microsoft.com/office/powerpoint/2010/main" val="11273691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A91C7D-8C79-6089-B826-7BDB36E112C2}"/>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C724CDF2-C5BB-CA1C-7C9F-D1D0959BF37F}"/>
              </a:ext>
            </a:extLst>
          </p:cNvPr>
          <p:cNvSpPr>
            <a:spLocks noGrp="1"/>
          </p:cNvSpPr>
          <p:nvPr>
            <p:ph type="ftr" sz="quarter" idx="11"/>
          </p:nvPr>
        </p:nvSpPr>
        <p:spPr/>
        <p:txBody>
          <a:bodyPr/>
          <a:lstStyle/>
          <a:p>
            <a:r>
              <a:rPr lang="en-IN"/>
              <a:t>DHIRUBHAI AMBANI UNIVERSITY</a:t>
            </a:r>
          </a:p>
        </p:txBody>
      </p:sp>
      <p:sp>
        <p:nvSpPr>
          <p:cNvPr id="5" name="Slide Number Placeholder 4">
            <a:extLst>
              <a:ext uri="{FF2B5EF4-FFF2-40B4-BE49-F238E27FC236}">
                <a16:creationId xmlns:a16="http://schemas.microsoft.com/office/drawing/2014/main" id="{6EAF4EFF-A01A-921A-D09D-16290272AF0B}"/>
              </a:ext>
            </a:extLst>
          </p:cNvPr>
          <p:cNvSpPr>
            <a:spLocks noGrp="1"/>
          </p:cNvSpPr>
          <p:nvPr>
            <p:ph type="sldNum" sz="quarter" idx="12"/>
          </p:nvPr>
        </p:nvSpPr>
        <p:spPr/>
        <p:txBody>
          <a:bodyPr/>
          <a:lstStyle/>
          <a:p>
            <a:fld id="{B035404B-7E99-4F63-A61D-6FB719BCDCFF}" type="slidenum">
              <a:rPr lang="en-IN" smtClean="0"/>
              <a:t>28</a:t>
            </a:fld>
            <a:endParaRPr lang="en-IN"/>
          </a:p>
        </p:txBody>
      </p:sp>
      <p:pic>
        <p:nvPicPr>
          <p:cNvPr id="6" name="Picture 5">
            <a:extLst>
              <a:ext uri="{FF2B5EF4-FFF2-40B4-BE49-F238E27FC236}">
                <a16:creationId xmlns:a16="http://schemas.microsoft.com/office/drawing/2014/main" id="{41EDB7D7-BD5D-A1F7-9AC2-3E703A4D5583}"/>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1371" y="855408"/>
            <a:ext cx="10211169" cy="5795681"/>
          </a:xfrm>
          <a:prstGeom prst="rect">
            <a:avLst/>
          </a:prstGeom>
          <a:noFill/>
          <a:ln>
            <a:noFill/>
          </a:ln>
        </p:spPr>
      </p:pic>
      <p:sp>
        <p:nvSpPr>
          <p:cNvPr id="7" name="Title 1">
            <a:extLst>
              <a:ext uri="{FF2B5EF4-FFF2-40B4-BE49-F238E27FC236}">
                <a16:creationId xmlns:a16="http://schemas.microsoft.com/office/drawing/2014/main" id="{43D93BC1-4142-764A-F522-4A422E6EFEF2}"/>
              </a:ext>
            </a:extLst>
          </p:cNvPr>
          <p:cNvSpPr>
            <a:spLocks noGrp="1"/>
          </p:cNvSpPr>
          <p:nvPr>
            <p:ph type="title"/>
          </p:nvPr>
        </p:nvSpPr>
        <p:spPr>
          <a:xfrm>
            <a:off x="95505" y="47270"/>
            <a:ext cx="9404723" cy="1400530"/>
          </a:xfrm>
        </p:spPr>
        <p:txBody>
          <a:bodyPr/>
          <a:lstStyle/>
          <a:p>
            <a:r>
              <a:rPr lang="en-US" dirty="0"/>
              <a:t>UI/UX FOR RESTAURANTS</a:t>
            </a:r>
            <a:endParaRPr lang="en-IN" dirty="0"/>
          </a:p>
        </p:txBody>
      </p:sp>
    </p:spTree>
    <p:extLst>
      <p:ext uri="{BB962C8B-B14F-4D97-AF65-F5344CB8AC3E}">
        <p14:creationId xmlns:p14="http://schemas.microsoft.com/office/powerpoint/2010/main" val="4801333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AC62E-19AD-0EEB-094C-A2F4E8C68EB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B4D9897-BECE-569A-1694-F621E06190EE}"/>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252D5585-2F55-2CDD-BEF1-FC2A17863737}"/>
              </a:ext>
            </a:extLst>
          </p:cNvPr>
          <p:cNvSpPr>
            <a:spLocks noGrp="1"/>
          </p:cNvSpPr>
          <p:nvPr>
            <p:ph type="ftr" sz="quarter" idx="11"/>
          </p:nvPr>
        </p:nvSpPr>
        <p:spPr/>
        <p:txBody>
          <a:bodyPr/>
          <a:lstStyle/>
          <a:p>
            <a:r>
              <a:rPr lang="en-IN"/>
              <a:t>DHIRUBHAI AMBANI UNIVERSITY</a:t>
            </a:r>
          </a:p>
        </p:txBody>
      </p:sp>
      <p:sp>
        <p:nvSpPr>
          <p:cNvPr id="5" name="Slide Number Placeholder 4">
            <a:extLst>
              <a:ext uri="{FF2B5EF4-FFF2-40B4-BE49-F238E27FC236}">
                <a16:creationId xmlns:a16="http://schemas.microsoft.com/office/drawing/2014/main" id="{232D4DB0-7472-C2E0-4A13-0364D7CF7CE2}"/>
              </a:ext>
            </a:extLst>
          </p:cNvPr>
          <p:cNvSpPr>
            <a:spLocks noGrp="1"/>
          </p:cNvSpPr>
          <p:nvPr>
            <p:ph type="sldNum" sz="quarter" idx="12"/>
          </p:nvPr>
        </p:nvSpPr>
        <p:spPr/>
        <p:txBody>
          <a:bodyPr/>
          <a:lstStyle/>
          <a:p>
            <a:fld id="{B035404B-7E99-4F63-A61D-6FB719BCDCFF}" type="slidenum">
              <a:rPr lang="en-IN" smtClean="0"/>
              <a:t>29</a:t>
            </a:fld>
            <a:endParaRPr lang="en-IN"/>
          </a:p>
        </p:txBody>
      </p:sp>
      <p:pic>
        <p:nvPicPr>
          <p:cNvPr id="6" name="Picture 5">
            <a:extLst>
              <a:ext uri="{FF2B5EF4-FFF2-40B4-BE49-F238E27FC236}">
                <a16:creationId xmlns:a16="http://schemas.microsoft.com/office/drawing/2014/main" id="{8F9FA2EB-8060-61AB-DF74-3C1A88317FE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6351" y="710659"/>
            <a:ext cx="10186189" cy="5781503"/>
          </a:xfrm>
          <a:prstGeom prst="rect">
            <a:avLst/>
          </a:prstGeom>
          <a:noFill/>
          <a:ln>
            <a:noFill/>
          </a:ln>
        </p:spPr>
      </p:pic>
    </p:spTree>
    <p:extLst>
      <p:ext uri="{BB962C8B-B14F-4D97-AF65-F5344CB8AC3E}">
        <p14:creationId xmlns:p14="http://schemas.microsoft.com/office/powerpoint/2010/main" val="35002712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701F6-71C3-B2EB-C6D4-12DEAED56E6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175046E-C3D5-EE5C-458B-1ACC6A475DB6}"/>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65B1A1E4-18D4-1B72-AA94-BB1948978F7E}"/>
              </a:ext>
            </a:extLst>
          </p:cNvPr>
          <p:cNvSpPr>
            <a:spLocks noGrp="1"/>
          </p:cNvSpPr>
          <p:nvPr>
            <p:ph type="ftr" sz="quarter" idx="11"/>
          </p:nvPr>
        </p:nvSpPr>
        <p:spPr/>
        <p:txBody>
          <a:bodyPr/>
          <a:lstStyle/>
          <a:p>
            <a:r>
              <a:rPr lang="en-IN"/>
              <a:t>DHIRUBHAI AMBANI UNIVERSITY</a:t>
            </a:r>
          </a:p>
        </p:txBody>
      </p:sp>
      <p:sp>
        <p:nvSpPr>
          <p:cNvPr id="5" name="Slide Number Placeholder 4">
            <a:extLst>
              <a:ext uri="{FF2B5EF4-FFF2-40B4-BE49-F238E27FC236}">
                <a16:creationId xmlns:a16="http://schemas.microsoft.com/office/drawing/2014/main" id="{D820CA58-205A-DCFA-394C-E3F95763D443}"/>
              </a:ext>
            </a:extLst>
          </p:cNvPr>
          <p:cNvSpPr>
            <a:spLocks noGrp="1"/>
          </p:cNvSpPr>
          <p:nvPr>
            <p:ph type="sldNum" sz="quarter" idx="12"/>
          </p:nvPr>
        </p:nvSpPr>
        <p:spPr/>
        <p:txBody>
          <a:bodyPr/>
          <a:lstStyle/>
          <a:p>
            <a:fld id="{B035404B-7E99-4F63-A61D-6FB719BCDCFF}" type="slidenum">
              <a:rPr lang="en-IN" smtClean="0"/>
              <a:t>30</a:t>
            </a:fld>
            <a:endParaRPr lang="en-IN"/>
          </a:p>
        </p:txBody>
      </p:sp>
      <p:pic>
        <p:nvPicPr>
          <p:cNvPr id="6" name="Picture 5">
            <a:extLst>
              <a:ext uri="{FF2B5EF4-FFF2-40B4-BE49-F238E27FC236}">
                <a16:creationId xmlns:a16="http://schemas.microsoft.com/office/drawing/2014/main" id="{F2DD1145-CC0C-79BD-4767-449C08B339E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0168" y="679572"/>
            <a:ext cx="10001519" cy="5676687"/>
          </a:xfrm>
          <a:prstGeom prst="rect">
            <a:avLst/>
          </a:prstGeom>
          <a:noFill/>
          <a:ln>
            <a:noFill/>
          </a:ln>
        </p:spPr>
      </p:pic>
    </p:spTree>
    <p:extLst>
      <p:ext uri="{BB962C8B-B14F-4D97-AF65-F5344CB8AC3E}">
        <p14:creationId xmlns:p14="http://schemas.microsoft.com/office/powerpoint/2010/main" val="23678717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9F935-0CBF-9B17-87C2-93A40DA981D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E2FCDF1-2327-FB94-7EDD-34B6CD5F6B48}"/>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18D8787B-65FE-06F4-B40D-437A14CF63AC}"/>
              </a:ext>
            </a:extLst>
          </p:cNvPr>
          <p:cNvSpPr>
            <a:spLocks noGrp="1"/>
          </p:cNvSpPr>
          <p:nvPr>
            <p:ph type="ftr" sz="quarter" idx="11"/>
          </p:nvPr>
        </p:nvSpPr>
        <p:spPr/>
        <p:txBody>
          <a:bodyPr/>
          <a:lstStyle/>
          <a:p>
            <a:r>
              <a:rPr lang="en-IN"/>
              <a:t>DHIRUBHAI AMBANI UNIVERSITY</a:t>
            </a:r>
          </a:p>
        </p:txBody>
      </p:sp>
      <p:sp>
        <p:nvSpPr>
          <p:cNvPr id="5" name="Slide Number Placeholder 4">
            <a:extLst>
              <a:ext uri="{FF2B5EF4-FFF2-40B4-BE49-F238E27FC236}">
                <a16:creationId xmlns:a16="http://schemas.microsoft.com/office/drawing/2014/main" id="{598C948D-3128-F2E7-D6F0-19E8A0CCCE50}"/>
              </a:ext>
            </a:extLst>
          </p:cNvPr>
          <p:cNvSpPr>
            <a:spLocks noGrp="1"/>
          </p:cNvSpPr>
          <p:nvPr>
            <p:ph type="sldNum" sz="quarter" idx="12"/>
          </p:nvPr>
        </p:nvSpPr>
        <p:spPr/>
        <p:txBody>
          <a:bodyPr/>
          <a:lstStyle/>
          <a:p>
            <a:fld id="{B035404B-7E99-4F63-A61D-6FB719BCDCFF}" type="slidenum">
              <a:rPr lang="en-IN" smtClean="0"/>
              <a:t>31</a:t>
            </a:fld>
            <a:endParaRPr lang="en-IN"/>
          </a:p>
        </p:txBody>
      </p:sp>
      <p:pic>
        <p:nvPicPr>
          <p:cNvPr id="6" name="Picture 5">
            <a:extLst>
              <a:ext uri="{FF2B5EF4-FFF2-40B4-BE49-F238E27FC236}">
                <a16:creationId xmlns:a16="http://schemas.microsoft.com/office/drawing/2014/main" id="{22112BB7-C439-0ECF-FC67-3DD02955A8A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1098" y="502482"/>
            <a:ext cx="10131442" cy="5750429"/>
          </a:xfrm>
          <a:prstGeom prst="rect">
            <a:avLst/>
          </a:prstGeom>
          <a:noFill/>
          <a:ln>
            <a:noFill/>
          </a:ln>
        </p:spPr>
      </p:pic>
    </p:spTree>
    <p:extLst>
      <p:ext uri="{BB962C8B-B14F-4D97-AF65-F5344CB8AC3E}">
        <p14:creationId xmlns:p14="http://schemas.microsoft.com/office/powerpoint/2010/main" val="34975508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144BA-66B7-7F8F-22D5-5413E92E186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91F64F0-95BE-6C09-49E9-67A1C2349C4F}"/>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0A9C53DD-77D2-E515-6DFA-96EC037D0D7F}"/>
              </a:ext>
            </a:extLst>
          </p:cNvPr>
          <p:cNvSpPr>
            <a:spLocks noGrp="1"/>
          </p:cNvSpPr>
          <p:nvPr>
            <p:ph type="ftr" sz="quarter" idx="11"/>
          </p:nvPr>
        </p:nvSpPr>
        <p:spPr/>
        <p:txBody>
          <a:bodyPr/>
          <a:lstStyle/>
          <a:p>
            <a:r>
              <a:rPr lang="en-IN"/>
              <a:t>DHIRUBHAI AMBANI UNIVERSITY</a:t>
            </a:r>
          </a:p>
        </p:txBody>
      </p:sp>
      <p:sp>
        <p:nvSpPr>
          <p:cNvPr id="5" name="Slide Number Placeholder 4">
            <a:extLst>
              <a:ext uri="{FF2B5EF4-FFF2-40B4-BE49-F238E27FC236}">
                <a16:creationId xmlns:a16="http://schemas.microsoft.com/office/drawing/2014/main" id="{4D0487E8-545C-CADB-6E0F-7590CEA62F92}"/>
              </a:ext>
            </a:extLst>
          </p:cNvPr>
          <p:cNvSpPr>
            <a:spLocks noGrp="1"/>
          </p:cNvSpPr>
          <p:nvPr>
            <p:ph type="sldNum" sz="quarter" idx="12"/>
          </p:nvPr>
        </p:nvSpPr>
        <p:spPr/>
        <p:txBody>
          <a:bodyPr/>
          <a:lstStyle/>
          <a:p>
            <a:fld id="{B035404B-7E99-4F63-A61D-6FB719BCDCFF}" type="slidenum">
              <a:rPr lang="en-IN" smtClean="0"/>
              <a:t>32</a:t>
            </a:fld>
            <a:endParaRPr lang="en-IN"/>
          </a:p>
        </p:txBody>
      </p:sp>
      <p:pic>
        <p:nvPicPr>
          <p:cNvPr id="6" name="Picture 5">
            <a:extLst>
              <a:ext uri="{FF2B5EF4-FFF2-40B4-BE49-F238E27FC236}">
                <a16:creationId xmlns:a16="http://schemas.microsoft.com/office/drawing/2014/main" id="{1B11A74F-2AD0-F8C0-C7DD-D6B69B36CCB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5114" y="546411"/>
            <a:ext cx="10157426" cy="5765177"/>
          </a:xfrm>
          <a:prstGeom prst="rect">
            <a:avLst/>
          </a:prstGeom>
          <a:noFill/>
          <a:ln>
            <a:noFill/>
          </a:ln>
        </p:spPr>
      </p:pic>
    </p:spTree>
    <p:extLst>
      <p:ext uri="{BB962C8B-B14F-4D97-AF65-F5344CB8AC3E}">
        <p14:creationId xmlns:p14="http://schemas.microsoft.com/office/powerpoint/2010/main" val="25767463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25A822-FF92-E723-9EF8-FF26A8EC6FA8}"/>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5C8FE735-4414-4379-89B0-CEF2DD7013FC}"/>
              </a:ext>
            </a:extLst>
          </p:cNvPr>
          <p:cNvSpPr>
            <a:spLocks noGrp="1"/>
          </p:cNvSpPr>
          <p:nvPr>
            <p:ph type="ftr" sz="quarter" idx="11"/>
          </p:nvPr>
        </p:nvSpPr>
        <p:spPr/>
        <p:txBody>
          <a:bodyPr/>
          <a:lstStyle/>
          <a:p>
            <a:r>
              <a:rPr lang="en-IN"/>
              <a:t>DHIRUBHAI AMBANI UNIVERSITY</a:t>
            </a:r>
          </a:p>
        </p:txBody>
      </p:sp>
      <p:sp>
        <p:nvSpPr>
          <p:cNvPr id="5" name="Slide Number Placeholder 4">
            <a:extLst>
              <a:ext uri="{FF2B5EF4-FFF2-40B4-BE49-F238E27FC236}">
                <a16:creationId xmlns:a16="http://schemas.microsoft.com/office/drawing/2014/main" id="{E353DCEE-E4DC-B129-F92E-5F96004BA406}"/>
              </a:ext>
            </a:extLst>
          </p:cNvPr>
          <p:cNvSpPr>
            <a:spLocks noGrp="1"/>
          </p:cNvSpPr>
          <p:nvPr>
            <p:ph type="sldNum" sz="quarter" idx="12"/>
          </p:nvPr>
        </p:nvSpPr>
        <p:spPr/>
        <p:txBody>
          <a:bodyPr/>
          <a:lstStyle/>
          <a:p>
            <a:fld id="{B035404B-7E99-4F63-A61D-6FB719BCDCFF}" type="slidenum">
              <a:rPr lang="en-IN" smtClean="0"/>
              <a:t>33</a:t>
            </a:fld>
            <a:endParaRPr lang="en-IN"/>
          </a:p>
        </p:txBody>
      </p:sp>
      <p:pic>
        <p:nvPicPr>
          <p:cNvPr id="6" name="Picture 5">
            <a:extLst>
              <a:ext uri="{FF2B5EF4-FFF2-40B4-BE49-F238E27FC236}">
                <a16:creationId xmlns:a16="http://schemas.microsoft.com/office/drawing/2014/main" id="{CFAB0DD3-02BB-6F11-D8B8-2A65766222B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0574" y="609601"/>
            <a:ext cx="10188888" cy="5783035"/>
          </a:xfrm>
          <a:prstGeom prst="rect">
            <a:avLst/>
          </a:prstGeom>
          <a:noFill/>
          <a:ln>
            <a:noFill/>
          </a:ln>
        </p:spPr>
      </p:pic>
    </p:spTree>
    <p:extLst>
      <p:ext uri="{BB962C8B-B14F-4D97-AF65-F5344CB8AC3E}">
        <p14:creationId xmlns:p14="http://schemas.microsoft.com/office/powerpoint/2010/main" val="5814998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CE88F-0A08-7845-FA9B-1F61AED8CA6B}"/>
              </a:ext>
            </a:extLst>
          </p:cNvPr>
          <p:cNvSpPr>
            <a:spLocks noGrp="1"/>
          </p:cNvSpPr>
          <p:nvPr>
            <p:ph type="title"/>
          </p:nvPr>
        </p:nvSpPr>
        <p:spPr>
          <a:xfrm>
            <a:off x="534449" y="2504985"/>
            <a:ext cx="11123102" cy="1848030"/>
          </a:xfrm>
        </p:spPr>
        <p:txBody>
          <a:bodyPr/>
          <a:lstStyle/>
          <a:p>
            <a:r>
              <a:rPr lang="en-US" sz="8000" dirty="0"/>
              <a:t>USE CASE DIAGRAM</a:t>
            </a:r>
            <a:endParaRPr lang="en-IN" sz="8000" dirty="0"/>
          </a:p>
        </p:txBody>
      </p:sp>
      <p:sp>
        <p:nvSpPr>
          <p:cNvPr id="4" name="Footer Placeholder 3">
            <a:extLst>
              <a:ext uri="{FF2B5EF4-FFF2-40B4-BE49-F238E27FC236}">
                <a16:creationId xmlns:a16="http://schemas.microsoft.com/office/drawing/2014/main" id="{8536F000-089B-D7F4-8F4E-5259887D5882}"/>
              </a:ext>
            </a:extLst>
          </p:cNvPr>
          <p:cNvSpPr>
            <a:spLocks noGrp="1"/>
          </p:cNvSpPr>
          <p:nvPr>
            <p:ph type="ftr" sz="quarter" idx="11"/>
          </p:nvPr>
        </p:nvSpPr>
        <p:spPr/>
        <p:txBody>
          <a:bodyPr/>
          <a:lstStyle/>
          <a:p>
            <a:r>
              <a:rPr lang="en-IN"/>
              <a:t>DHIRUBHAI AMBANI UNIVERSITY</a:t>
            </a:r>
          </a:p>
        </p:txBody>
      </p:sp>
      <p:sp>
        <p:nvSpPr>
          <p:cNvPr id="5" name="Slide Number Placeholder 4">
            <a:extLst>
              <a:ext uri="{FF2B5EF4-FFF2-40B4-BE49-F238E27FC236}">
                <a16:creationId xmlns:a16="http://schemas.microsoft.com/office/drawing/2014/main" id="{16236496-91CE-D1E3-AF51-037CE021FC37}"/>
              </a:ext>
            </a:extLst>
          </p:cNvPr>
          <p:cNvSpPr>
            <a:spLocks noGrp="1"/>
          </p:cNvSpPr>
          <p:nvPr>
            <p:ph type="sldNum" sz="quarter" idx="12"/>
          </p:nvPr>
        </p:nvSpPr>
        <p:spPr/>
        <p:txBody>
          <a:bodyPr/>
          <a:lstStyle/>
          <a:p>
            <a:fld id="{B035404B-7E99-4F63-A61D-6FB719BCDCFF}" type="slidenum">
              <a:rPr lang="en-IN" smtClean="0"/>
              <a:t>34</a:t>
            </a:fld>
            <a:endParaRPr lang="en-IN"/>
          </a:p>
        </p:txBody>
      </p:sp>
    </p:spTree>
    <p:extLst>
      <p:ext uri="{BB962C8B-B14F-4D97-AF65-F5344CB8AC3E}">
        <p14:creationId xmlns:p14="http://schemas.microsoft.com/office/powerpoint/2010/main" val="17797583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AA342-6074-878F-BB26-0B0B189A1E6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FE93033-8734-F431-A261-8690E23CE33E}"/>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FCAE3CD3-089A-6464-B934-55038F2EC41E}"/>
              </a:ext>
            </a:extLst>
          </p:cNvPr>
          <p:cNvSpPr>
            <a:spLocks noGrp="1"/>
          </p:cNvSpPr>
          <p:nvPr>
            <p:ph type="ftr" sz="quarter" idx="11"/>
          </p:nvPr>
        </p:nvSpPr>
        <p:spPr/>
        <p:txBody>
          <a:bodyPr/>
          <a:lstStyle/>
          <a:p>
            <a:r>
              <a:rPr lang="en-IN"/>
              <a:t>DHIRUBHAI AMBANI UNIVERSITY</a:t>
            </a:r>
          </a:p>
        </p:txBody>
      </p:sp>
      <p:sp>
        <p:nvSpPr>
          <p:cNvPr id="5" name="Slide Number Placeholder 4">
            <a:extLst>
              <a:ext uri="{FF2B5EF4-FFF2-40B4-BE49-F238E27FC236}">
                <a16:creationId xmlns:a16="http://schemas.microsoft.com/office/drawing/2014/main" id="{E92F678E-CD21-9538-9489-689B98B9C3CD}"/>
              </a:ext>
            </a:extLst>
          </p:cNvPr>
          <p:cNvSpPr>
            <a:spLocks noGrp="1"/>
          </p:cNvSpPr>
          <p:nvPr>
            <p:ph type="sldNum" sz="quarter" idx="12"/>
          </p:nvPr>
        </p:nvSpPr>
        <p:spPr/>
        <p:txBody>
          <a:bodyPr/>
          <a:lstStyle/>
          <a:p>
            <a:fld id="{B035404B-7E99-4F63-A61D-6FB719BCDCFF}" type="slidenum">
              <a:rPr lang="en-IN" smtClean="0"/>
              <a:t>35</a:t>
            </a:fld>
            <a:endParaRPr lang="en-IN"/>
          </a:p>
        </p:txBody>
      </p:sp>
      <p:pic>
        <p:nvPicPr>
          <p:cNvPr id="6" name="Picture 5">
            <a:extLst>
              <a:ext uri="{FF2B5EF4-FFF2-40B4-BE49-F238E27FC236}">
                <a16:creationId xmlns:a16="http://schemas.microsoft.com/office/drawing/2014/main" id="{D1C5D4D6-0F03-A91A-BDF3-BDED1A899A7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6460" y="241519"/>
            <a:ext cx="4367152" cy="10380003"/>
          </a:xfrm>
          <a:prstGeom prst="rect">
            <a:avLst/>
          </a:prstGeom>
          <a:noFill/>
          <a:ln>
            <a:noFill/>
          </a:ln>
        </p:spPr>
      </p:pic>
      <p:pic>
        <p:nvPicPr>
          <p:cNvPr id="7" name="Picture 6">
            <a:extLst>
              <a:ext uri="{FF2B5EF4-FFF2-40B4-BE49-F238E27FC236}">
                <a16:creationId xmlns:a16="http://schemas.microsoft.com/office/drawing/2014/main" id="{10A1925B-EC2F-0C03-A049-3B6D30E8C52D}"/>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73156" y="-6547850"/>
            <a:ext cx="4367152" cy="10380003"/>
          </a:xfrm>
          <a:prstGeom prst="rect">
            <a:avLst/>
          </a:prstGeom>
          <a:noFill/>
          <a:ln>
            <a:noFill/>
          </a:ln>
        </p:spPr>
      </p:pic>
    </p:spTree>
    <p:extLst>
      <p:ext uri="{BB962C8B-B14F-4D97-AF65-F5344CB8AC3E}">
        <p14:creationId xmlns:p14="http://schemas.microsoft.com/office/powerpoint/2010/main" val="40222790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2F728-EBEA-EA09-5EAF-2F82D09719FA}"/>
              </a:ext>
            </a:extLst>
          </p:cNvPr>
          <p:cNvSpPr>
            <a:spLocks noGrp="1"/>
          </p:cNvSpPr>
          <p:nvPr>
            <p:ph type="title"/>
          </p:nvPr>
        </p:nvSpPr>
        <p:spPr/>
        <p:txBody>
          <a:bodyPr/>
          <a:lstStyle/>
          <a:p>
            <a:pPr algn="ctr"/>
            <a:r>
              <a:rPr lang="en-US" b="1" dirty="0"/>
              <a:t>FUTURE WORK</a:t>
            </a:r>
            <a:endParaRPr lang="en-IN" b="1" dirty="0"/>
          </a:p>
        </p:txBody>
      </p:sp>
      <p:sp>
        <p:nvSpPr>
          <p:cNvPr id="4" name="Footer Placeholder 3">
            <a:extLst>
              <a:ext uri="{FF2B5EF4-FFF2-40B4-BE49-F238E27FC236}">
                <a16:creationId xmlns:a16="http://schemas.microsoft.com/office/drawing/2014/main" id="{2F79D69F-90B4-56DD-FD6F-BD0AE8BE34C4}"/>
              </a:ext>
            </a:extLst>
          </p:cNvPr>
          <p:cNvSpPr>
            <a:spLocks noGrp="1"/>
          </p:cNvSpPr>
          <p:nvPr>
            <p:ph type="ftr" sz="quarter" idx="11"/>
          </p:nvPr>
        </p:nvSpPr>
        <p:spPr/>
        <p:txBody>
          <a:bodyPr/>
          <a:lstStyle/>
          <a:p>
            <a:r>
              <a:rPr lang="en-IN"/>
              <a:t>DHIRUBHAI AMBANI UNIVERSITY</a:t>
            </a:r>
          </a:p>
        </p:txBody>
      </p:sp>
      <p:sp>
        <p:nvSpPr>
          <p:cNvPr id="5" name="Slide Number Placeholder 4">
            <a:extLst>
              <a:ext uri="{FF2B5EF4-FFF2-40B4-BE49-F238E27FC236}">
                <a16:creationId xmlns:a16="http://schemas.microsoft.com/office/drawing/2014/main" id="{FF965D65-F2BD-E725-39F2-7F33930E9694}"/>
              </a:ext>
            </a:extLst>
          </p:cNvPr>
          <p:cNvSpPr>
            <a:spLocks noGrp="1"/>
          </p:cNvSpPr>
          <p:nvPr>
            <p:ph type="sldNum" sz="quarter" idx="12"/>
          </p:nvPr>
        </p:nvSpPr>
        <p:spPr/>
        <p:txBody>
          <a:bodyPr/>
          <a:lstStyle/>
          <a:p>
            <a:fld id="{B035404B-7E99-4F63-A61D-6FB719BCDCFF}" type="slidenum">
              <a:rPr lang="en-IN" smtClean="0"/>
              <a:t>36</a:t>
            </a:fld>
            <a:endParaRPr lang="en-IN"/>
          </a:p>
        </p:txBody>
      </p:sp>
      <p:sp>
        <p:nvSpPr>
          <p:cNvPr id="6" name="Rectangle 1">
            <a:extLst>
              <a:ext uri="{FF2B5EF4-FFF2-40B4-BE49-F238E27FC236}">
                <a16:creationId xmlns:a16="http://schemas.microsoft.com/office/drawing/2014/main" id="{0C4FDF93-62D3-FD70-2961-137DFD8CB594}"/>
              </a:ext>
            </a:extLst>
          </p:cNvPr>
          <p:cNvSpPr>
            <a:spLocks noGrp="1" noChangeArrowheads="1"/>
          </p:cNvSpPr>
          <p:nvPr>
            <p:ph idx="1"/>
          </p:nvPr>
        </p:nvSpPr>
        <p:spPr bwMode="auto">
          <a:xfrm>
            <a:off x="884904" y="1769754"/>
            <a:ext cx="8573728" cy="3690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Backend development and full API integration</a:t>
            </a:r>
          </a:p>
          <a:p>
            <a:pPr marR="0" lvl="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Secure payment gateway integration</a:t>
            </a:r>
          </a:p>
          <a:p>
            <a:pPr marR="0" lvl="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Real-time order tracking with GPS</a:t>
            </a:r>
          </a:p>
          <a:p>
            <a:pPr marR="0" lvl="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Advanced analytics and reporting dashboards</a:t>
            </a:r>
          </a:p>
          <a:p>
            <a:pPr marR="0" lvl="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Smart recommendations and order assignment</a:t>
            </a:r>
          </a:p>
          <a:p>
            <a:pPr marR="0" lvl="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Cloud deployment with scalability and security enhancements</a:t>
            </a:r>
          </a:p>
        </p:txBody>
      </p:sp>
    </p:spTree>
    <p:extLst>
      <p:ext uri="{BB962C8B-B14F-4D97-AF65-F5344CB8AC3E}">
        <p14:creationId xmlns:p14="http://schemas.microsoft.com/office/powerpoint/2010/main" val="20731787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C5EF13-D89B-0BAE-CDDA-9B9503EA4DE0}"/>
              </a:ext>
            </a:extLst>
          </p:cNvPr>
          <p:cNvSpPr>
            <a:spLocks noGrp="1"/>
          </p:cNvSpPr>
          <p:nvPr>
            <p:ph idx="1"/>
          </p:nvPr>
        </p:nvSpPr>
        <p:spPr>
          <a:xfrm>
            <a:off x="1158129" y="2367551"/>
            <a:ext cx="8946541" cy="4195481"/>
          </a:xfrm>
        </p:spPr>
        <p:txBody>
          <a:bodyPr>
            <a:noAutofit/>
          </a:bodyPr>
          <a:lstStyle/>
          <a:p>
            <a:pPr marL="0" indent="0">
              <a:buNone/>
            </a:pPr>
            <a:r>
              <a:rPr lang="en-US" sz="11000" b="1" dirty="0">
                <a:latin typeface="Berlin Sans FB Demi" panose="020E0802020502020306" pitchFamily="34" charset="0"/>
              </a:rPr>
              <a:t>THANK YOU !</a:t>
            </a:r>
            <a:endParaRPr lang="en-IN" sz="11000" b="1" dirty="0">
              <a:latin typeface="Berlin Sans FB Demi" panose="020E0802020502020306" pitchFamily="34" charset="0"/>
            </a:endParaRPr>
          </a:p>
        </p:txBody>
      </p:sp>
      <p:sp>
        <p:nvSpPr>
          <p:cNvPr id="4" name="Footer Placeholder 3">
            <a:extLst>
              <a:ext uri="{FF2B5EF4-FFF2-40B4-BE49-F238E27FC236}">
                <a16:creationId xmlns:a16="http://schemas.microsoft.com/office/drawing/2014/main" id="{FBF93DFC-4F84-AB57-9BB6-3150AF90832A}"/>
              </a:ext>
            </a:extLst>
          </p:cNvPr>
          <p:cNvSpPr>
            <a:spLocks noGrp="1"/>
          </p:cNvSpPr>
          <p:nvPr>
            <p:ph type="ftr" sz="quarter" idx="11"/>
          </p:nvPr>
        </p:nvSpPr>
        <p:spPr/>
        <p:txBody>
          <a:bodyPr/>
          <a:lstStyle/>
          <a:p>
            <a:r>
              <a:rPr lang="en-IN"/>
              <a:t>DHIRUBHAI AMBANI UNIVERSITY</a:t>
            </a:r>
          </a:p>
        </p:txBody>
      </p:sp>
      <p:sp>
        <p:nvSpPr>
          <p:cNvPr id="5" name="Slide Number Placeholder 4">
            <a:extLst>
              <a:ext uri="{FF2B5EF4-FFF2-40B4-BE49-F238E27FC236}">
                <a16:creationId xmlns:a16="http://schemas.microsoft.com/office/drawing/2014/main" id="{D122F323-B020-9D2F-0BCD-C0CFC6BDB60F}"/>
              </a:ext>
            </a:extLst>
          </p:cNvPr>
          <p:cNvSpPr>
            <a:spLocks noGrp="1"/>
          </p:cNvSpPr>
          <p:nvPr>
            <p:ph type="sldNum" sz="quarter" idx="12"/>
          </p:nvPr>
        </p:nvSpPr>
        <p:spPr/>
        <p:txBody>
          <a:bodyPr/>
          <a:lstStyle/>
          <a:p>
            <a:fld id="{B035404B-7E99-4F63-A61D-6FB719BCDCFF}" type="slidenum">
              <a:rPr lang="en-IN" smtClean="0"/>
              <a:t>37</a:t>
            </a:fld>
            <a:endParaRPr lang="en-IN"/>
          </a:p>
        </p:txBody>
      </p:sp>
    </p:spTree>
    <p:extLst>
      <p:ext uri="{BB962C8B-B14F-4D97-AF65-F5344CB8AC3E}">
        <p14:creationId xmlns:p14="http://schemas.microsoft.com/office/powerpoint/2010/main" val="402174202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TM02836342[[fn=Ion]]</Template>
  <TotalTime>123</TotalTime>
  <Words>1327</Words>
  <Application>Microsoft Office PowerPoint</Application>
  <PresentationFormat>Widescreen</PresentationFormat>
  <Paragraphs>270</Paragraphs>
  <Slides>37</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37</vt:i4>
      </vt:variant>
    </vt:vector>
  </HeadingPairs>
  <TitlesOfParts>
    <vt:vector size="47" baseType="lpstr">
      <vt:lpstr>Aharoni</vt:lpstr>
      <vt:lpstr>Arial</vt:lpstr>
      <vt:lpstr>Bahnschrift SemiBold</vt:lpstr>
      <vt:lpstr>Berlin Sans FB Demi</vt:lpstr>
      <vt:lpstr>Calibri</vt:lpstr>
      <vt:lpstr>Century Gothic</vt:lpstr>
      <vt:lpstr>Georgia</vt:lpstr>
      <vt:lpstr>Wingdings</vt:lpstr>
      <vt:lpstr>Wingdings 3</vt:lpstr>
      <vt:lpstr>Ion</vt:lpstr>
      <vt:lpstr>CRAVIFY (FOOD DELIVERY PLATFORM)</vt:lpstr>
      <vt:lpstr>THE PROBLEM</vt:lpstr>
      <vt:lpstr>OUR SOLUTION</vt:lpstr>
      <vt:lpstr>PowerPoint Presentation</vt:lpstr>
      <vt:lpstr>CONT…</vt:lpstr>
      <vt:lpstr>CONT…</vt:lpstr>
      <vt:lpstr>CONT…</vt:lpstr>
      <vt:lpstr>LET’S BEGIN WITH THE CUSTOMER MODULE…</vt:lpstr>
      <vt:lpstr>NOW RESTAURANT MODULE…</vt:lpstr>
      <vt:lpstr>NOW DELIVERY PARTNER MODULE…</vt:lpstr>
      <vt:lpstr>NOW ADMIN MODULE…</vt:lpstr>
      <vt:lpstr>WORK DISTRIBUTION</vt:lpstr>
      <vt:lpstr>UI/UX FOR CUSTOMER MODULE</vt:lpstr>
      <vt:lpstr>PowerPoint Presentation</vt:lpstr>
      <vt:lpstr>PowerPoint Presentation</vt:lpstr>
      <vt:lpstr>PowerPoint Presentation</vt:lpstr>
      <vt:lpstr>PowerPoint Presentation</vt:lpstr>
      <vt:lpstr>UI/UX FOR ADMIN MODULE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UI/UX FOR RESTAURANTS</vt:lpstr>
      <vt:lpstr>PowerPoint Presentation</vt:lpstr>
      <vt:lpstr>PowerPoint Presentation</vt:lpstr>
      <vt:lpstr>PowerPoint Presentation</vt:lpstr>
      <vt:lpstr>PowerPoint Presentation</vt:lpstr>
      <vt:lpstr>PowerPoint Presentation</vt:lpstr>
      <vt:lpstr>USE CASE DIAGRAM</vt:lpstr>
      <vt:lpstr>PowerPoint Presentation</vt:lpstr>
      <vt:lpstr>FUTURE WORK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Parin Makwana</dc:creator>
  <cp:lastModifiedBy>Parin Makwana</cp:lastModifiedBy>
  <cp:revision>8</cp:revision>
  <dcterms:created xsi:type="dcterms:W3CDTF">2026-02-18T12:09:35Z</dcterms:created>
  <dcterms:modified xsi:type="dcterms:W3CDTF">2026-02-20T00:32:19Z</dcterms:modified>
</cp:coreProperties>
</file>